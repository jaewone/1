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76" r:id="rId1"/>
  </p:sldMasterIdLst>
  <p:notesMasterIdLst>
    <p:notesMasterId r:id="rId22"/>
  </p:notesMasterIdLst>
  <p:sldIdLst>
    <p:sldId id="256" r:id="rId2"/>
    <p:sldId id="288" r:id="rId3"/>
    <p:sldId id="260" r:id="rId4"/>
    <p:sldId id="299" r:id="rId5"/>
    <p:sldId id="257" r:id="rId6"/>
    <p:sldId id="262" r:id="rId7"/>
    <p:sldId id="263" r:id="rId8"/>
    <p:sldId id="267" r:id="rId9"/>
    <p:sldId id="292" r:id="rId10"/>
    <p:sldId id="265" r:id="rId11"/>
    <p:sldId id="266" r:id="rId12"/>
    <p:sldId id="293" r:id="rId13"/>
    <p:sldId id="294" r:id="rId14"/>
    <p:sldId id="272" r:id="rId15"/>
    <p:sldId id="298" r:id="rId16"/>
    <p:sldId id="296" r:id="rId17"/>
    <p:sldId id="297" r:id="rId18"/>
    <p:sldId id="276" r:id="rId19"/>
    <p:sldId id="277" r:id="rId20"/>
    <p:sldId id="278" r:id="rId21"/>
  </p:sldIdLst>
  <p:sldSz cx="12550775" cy="7939088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99">
          <p15:clr>
            <a:srgbClr val="A4A3A4"/>
          </p15:clr>
        </p15:guide>
        <p15:guide id="2" pos="395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F2DB"/>
    <a:srgbClr val="502962"/>
    <a:srgbClr val="8064A2"/>
    <a:srgbClr val="D5BE00"/>
    <a:srgbClr val="FBAB03"/>
    <a:srgbClr val="C9BCD6"/>
    <a:srgbClr val="F5F3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94" autoAdjust="0"/>
    <p:restoredTop sz="95352"/>
  </p:normalViewPr>
  <p:slideViewPr>
    <p:cSldViewPr>
      <p:cViewPr>
        <p:scale>
          <a:sx n="81" d="100"/>
          <a:sy n="81" d="100"/>
        </p:scale>
        <p:origin x="480" y="592"/>
      </p:cViewPr>
      <p:guideLst>
        <p:guide orient="horz" pos="2499"/>
        <p:guide pos="395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2FCB2DB9-03A8-4DAD-87A3-077517684D8D}" type="datetime1">
              <a:rPr lang="ko-KR" altLang="en-US"/>
              <a:pPr lvl="0">
                <a:defRPr/>
              </a:pPr>
              <a:t>2024. 3. 20.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718457" y="685800"/>
            <a:ext cx="5421086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F9483E49-1A17-4B78-8D18-7EEDD809B17D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181185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719138" y="685800"/>
            <a:ext cx="5419725" cy="3429000"/>
          </a:xfrm>
        </p:spPr>
        <p:txBody>
          <a:bodyPr/>
          <a:lstStyle/>
          <a:p>
            <a:pPr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F9483E49-1A17-4B78-8D18-7EEDD809B17D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719138" y="685800"/>
            <a:ext cx="5419725" cy="3429000"/>
          </a:xfrm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F9483E49-1A17-4B78-8D18-7EEDD809B17D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719138" y="685800"/>
            <a:ext cx="5419725" cy="3429000"/>
          </a:xfrm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F9483E49-1A17-4B78-8D18-7EEDD809B17D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719138" y="685800"/>
            <a:ext cx="5419725" cy="3429000"/>
          </a:xfrm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F9483E49-1A17-4B78-8D18-7EEDD809B17D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866987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719138" y="685800"/>
            <a:ext cx="5419725" cy="3429000"/>
          </a:xfrm>
        </p:spPr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F9483E49-1A17-4B78-8D18-7EEDD809B17D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05841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9138" y="685800"/>
            <a:ext cx="5419725" cy="34290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F9483E49-1A17-4B78-8D18-7EEDD809B17D}" type="slidenum">
              <a:rPr lang="ko-KR" altLang="en-US" smtClean="0"/>
              <a:pPr lvl="0">
                <a:defRPr/>
              </a:pPr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0381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41338" y="2466235"/>
            <a:ext cx="10668494" cy="1701737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82675" y="4498762"/>
            <a:ext cx="8785818" cy="202885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F1E95624-FA43-4E19-94C2-C9E128ADD1E9}" type="datetime1">
              <a:rPr lang="ko-KR" altLang="en-US"/>
              <a:pPr lvl="0">
                <a:defRPr/>
              </a:pPr>
              <a:t>2024. 3. 20.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956395EC-7EC4-485B-B7B9-A866261F2DA0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F1E95624-FA43-4E19-94C2-C9E128ADD1E9}" type="datetime1">
              <a:rPr lang="ko-KR" altLang="en-US"/>
              <a:pPr lvl="0">
                <a:defRPr/>
              </a:pPr>
              <a:t>2024. 3. 20.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956395EC-7EC4-485B-B7B9-A866261F2DA0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1455" y="5101540"/>
            <a:ext cx="10668494" cy="157677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91455" y="3364883"/>
            <a:ext cx="10668494" cy="1736653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F1E95624-FA43-4E19-94C2-C9E128ADD1E9}" type="datetime1">
              <a:rPr lang="ko-KR" altLang="en-US"/>
              <a:pPr lvl="0">
                <a:defRPr/>
              </a:pPr>
              <a:t>2024. 3. 20.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956395EC-7EC4-485B-B7B9-A866261F2DA0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27559" y="1852433"/>
            <a:ext cx="5552148" cy="523936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88894" y="1852433"/>
            <a:ext cx="5552148" cy="523936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F1E95624-FA43-4E19-94C2-C9E128ADD1E9}" type="datetime1">
              <a:rPr lang="ko-KR" altLang="en-US"/>
              <a:pPr lvl="0">
                <a:defRPr/>
              </a:pPr>
              <a:t>2024. 3. 20.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956395EC-7EC4-485B-B7B9-A866261F2DA0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7559" y="317927"/>
            <a:ext cx="11296052" cy="1323165"/>
          </a:xfrm>
        </p:spPr>
        <p:txBody>
          <a:bodyPr/>
          <a:lstStyle>
            <a:lvl1pPr>
              <a:defRPr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7559" y="1777085"/>
            <a:ext cx="5545612" cy="74060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27559" y="2517689"/>
            <a:ext cx="5545612" cy="457410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375820" y="1777085"/>
            <a:ext cx="5547791" cy="740604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375820" y="2517689"/>
            <a:ext cx="5547791" cy="4574109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F1E95624-FA43-4E19-94C2-C9E128ADD1E9}" type="datetime1">
              <a:rPr lang="ko-KR" altLang="en-US"/>
              <a:pPr lvl="0">
                <a:defRPr/>
              </a:pPr>
              <a:t>2024. 3. 20.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956395EC-7EC4-485B-B7B9-A866261F2DA0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F1E95624-FA43-4E19-94C2-C9E128ADD1E9}" type="datetime1">
              <a:rPr lang="ko-KR" altLang="en-US"/>
              <a:pPr lvl="0">
                <a:defRPr/>
              </a:pPr>
              <a:t>2024. 3. 20.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956395EC-7EC4-485B-B7B9-A866261F2DA0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F1E95624-FA43-4E19-94C2-C9E128ADD1E9}" type="datetime1">
              <a:rPr lang="ko-KR" altLang="en-US"/>
              <a:pPr lvl="0">
                <a:defRPr/>
              </a:pPr>
              <a:t>2024. 3. 20.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956395EC-7EC4-485B-B7B9-A866261F2DA0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7561" y="316089"/>
            <a:ext cx="4129247" cy="1345218"/>
          </a:xfrm>
        </p:spPr>
        <p:txBody>
          <a:bodyPr anchor="b"/>
          <a:lstStyle>
            <a:lvl1pPr algn="l">
              <a:defRPr sz="2000" b="1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07157" y="316091"/>
            <a:ext cx="7016452" cy="677570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27561" y="1661309"/>
            <a:ext cx="4129247" cy="543049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F1E95624-FA43-4E19-94C2-C9E128ADD1E9}" type="datetime1">
              <a:rPr lang="ko-KR" altLang="en-US"/>
              <a:pPr lvl="0">
                <a:defRPr/>
              </a:pPr>
              <a:t>2024. 3. 20.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956395EC-7EC4-485B-B7B9-A866261F2DA0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460116" y="5557294"/>
            <a:ext cx="7530701" cy="656070"/>
          </a:xfrm>
        </p:spPr>
        <p:txBody>
          <a:bodyPr anchor="b"/>
          <a:lstStyle>
            <a:lvl1pPr algn="l">
              <a:defRPr sz="2000" b="1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460116" y="709363"/>
            <a:ext cx="7530701" cy="476339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460116" y="6213364"/>
            <a:ext cx="7530701" cy="93172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F1E95624-FA43-4E19-94C2-C9E128ADD1E9}" type="datetime1">
              <a:rPr lang="ko-KR" altLang="en-US"/>
              <a:pPr lvl="0">
                <a:defRPr/>
              </a:pPr>
              <a:t>2024. 3. 20.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956395EC-7EC4-485B-B7B9-A866261F2DA0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F1E95624-FA43-4E19-94C2-C9E128ADD1E9}" type="datetime1">
              <a:rPr lang="ko-KR" altLang="en-US"/>
              <a:pPr lvl="0">
                <a:defRPr/>
              </a:pPr>
              <a:t>2024. 3. 20.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956395EC-7EC4-485B-B7B9-A866261F2DA0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112672" y="317930"/>
            <a:ext cx="2828370" cy="6773871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27560" y="317930"/>
            <a:ext cx="8275926" cy="6773871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F1E95624-FA43-4E19-94C2-C9E128ADD1E9}" type="datetime1">
              <a:rPr lang="ko-KR" altLang="en-US"/>
              <a:pPr lvl="0">
                <a:defRPr/>
              </a:pPr>
              <a:t>2024. 3. 20.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956395EC-7EC4-485B-B7B9-A866261F2DA0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테마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27559" y="317927"/>
            <a:ext cx="11296052" cy="1323165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7559" y="1852433"/>
            <a:ext cx="11296052" cy="5239367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27559" y="7358271"/>
            <a:ext cx="2928606" cy="422677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F1E95624-FA43-4E19-94C2-C9E128ADD1E9}" type="datetime1">
              <a:rPr lang="ko-KR" altLang="en-US"/>
              <a:pPr lvl="0">
                <a:defRPr/>
              </a:pPr>
              <a:t>2024. 3. 20.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288315" y="7358271"/>
            <a:ext cx="3974537" cy="422677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995005" y="7358271"/>
            <a:ext cx="2928606" cy="422677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956395EC-7EC4-485B-B7B9-A866261F2DA0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</p:sldLayoutIdLst>
  <p:transition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jpeg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폰트, 텍스트, 로고, 그래픽이(가) 표시된 사진&#10;&#10;자동 생성된 설명">
            <a:extLst>
              <a:ext uri="{FF2B5EF4-FFF2-40B4-BE49-F238E27FC236}">
                <a16:creationId xmlns:a16="http://schemas.microsoft.com/office/drawing/2014/main" id="{D39679A8-C806-EDFC-0AF2-FF5B511D0E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2047" y="293244"/>
            <a:ext cx="1744812" cy="471173"/>
          </a:xfrm>
          <a:prstGeom prst="rect">
            <a:avLst/>
          </a:prstGeom>
        </p:spPr>
      </p:pic>
      <p:pic>
        <p:nvPicPr>
          <p:cNvPr id="30" name="그림 29" descr="폰트, 텍스트, 로고, 그래픽이(가) 표시된 사진&#10;&#10;자동 생성된 설명">
            <a:extLst>
              <a:ext uri="{FF2B5EF4-FFF2-40B4-BE49-F238E27FC236}">
                <a16:creationId xmlns:a16="http://schemas.microsoft.com/office/drawing/2014/main" id="{6047FADA-0367-3F31-4203-D18FA13BC9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803" y="3341030"/>
            <a:ext cx="4654928" cy="125702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아래쪽 화살표 24"/>
          <p:cNvSpPr/>
          <p:nvPr/>
        </p:nvSpPr>
        <p:spPr>
          <a:xfrm>
            <a:off x="4457034" y="2169344"/>
            <a:ext cx="3348274" cy="4824536"/>
          </a:xfrm>
          <a:prstGeom prst="downArrow">
            <a:avLst>
              <a:gd name="adj1" fmla="val 100000"/>
              <a:gd name="adj2" fmla="val 4871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직사각형 41"/>
          <p:cNvSpPr/>
          <p:nvPr/>
        </p:nvSpPr>
        <p:spPr>
          <a:xfrm>
            <a:off x="6279662" y="2399014"/>
            <a:ext cx="5616624" cy="14813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1" name="직사각형 40"/>
          <p:cNvSpPr/>
          <p:nvPr/>
        </p:nvSpPr>
        <p:spPr>
          <a:xfrm>
            <a:off x="6275387" y="4125754"/>
            <a:ext cx="5616624" cy="14279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/>
          <p:cNvSpPr/>
          <p:nvPr/>
        </p:nvSpPr>
        <p:spPr>
          <a:xfrm>
            <a:off x="748268" y="4125754"/>
            <a:ext cx="5311093" cy="142796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직사각형 36"/>
          <p:cNvSpPr/>
          <p:nvPr/>
        </p:nvSpPr>
        <p:spPr>
          <a:xfrm>
            <a:off x="744189" y="2385366"/>
            <a:ext cx="5315173" cy="149504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/>
        </p:nvSpPr>
        <p:spPr>
          <a:xfrm>
            <a:off x="3395067" y="1089224"/>
            <a:ext cx="5616624" cy="108012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bg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66652" y="215903"/>
            <a:ext cx="2668572" cy="572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  <a:defRPr/>
            </a:pPr>
            <a:r>
              <a:rPr lang="ko-KR" altLang="en-US" sz="1600">
                <a:latin typeface="바른돋움 2"/>
                <a:ea typeface="바른돋움 2"/>
              </a:rPr>
              <a:t>문제제기</a:t>
            </a:r>
          </a:p>
          <a:p>
            <a:pPr marL="0" indent="0">
              <a:buNone/>
              <a:defRPr/>
            </a:pPr>
            <a:endParaRPr lang="ko-KR" altLang="en-US" sz="1600">
              <a:latin typeface="바른돋움 2"/>
              <a:ea typeface="바른돋움 2"/>
            </a:endParaRPr>
          </a:p>
        </p:txBody>
      </p:sp>
      <p:cxnSp>
        <p:nvCxnSpPr>
          <p:cNvPr id="6" name="직선 연결선 2"/>
          <p:cNvCxnSpPr/>
          <p:nvPr/>
        </p:nvCxnSpPr>
        <p:spPr>
          <a:xfrm>
            <a:off x="366652" y="601606"/>
            <a:ext cx="1668632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9"/>
          <p:cNvSpPr txBox="1"/>
          <p:nvPr/>
        </p:nvSpPr>
        <p:spPr>
          <a:xfrm>
            <a:off x="407854" y="673614"/>
            <a:ext cx="166863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바른돋움 2"/>
                <a:ea typeface="바른돋움 2"/>
              </a:rPr>
              <a:t>사회적 문제 정의</a:t>
            </a:r>
            <a:endParaRPr lang="en-US" altLang="ko-KR" sz="1200" dirty="0">
              <a:solidFill>
                <a:schemeClr val="tx1">
                  <a:lumMod val="50000"/>
                  <a:lumOff val="50000"/>
                </a:schemeClr>
              </a:solidFill>
              <a:latin typeface="바른돋움 2"/>
              <a:ea typeface="바른돋움 2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3579363" y="1233240"/>
            <a:ext cx="5792368" cy="843771"/>
            <a:chOff x="2818610" y="1533466"/>
            <a:chExt cx="4968947" cy="843771"/>
          </a:xfrm>
        </p:grpSpPr>
        <p:sp>
          <p:nvSpPr>
            <p:cNvPr id="16" name="TextBox 15"/>
            <p:cNvSpPr txBox="1"/>
            <p:nvPr/>
          </p:nvSpPr>
          <p:spPr>
            <a:xfrm>
              <a:off x="2818610" y="2007905"/>
              <a:ext cx="496894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dirty="0">
                  <a:solidFill>
                    <a:schemeClr val="bg1"/>
                  </a:solidFill>
                  <a:latin typeface="바른돋움 2"/>
                  <a:ea typeface="바른돋움 2"/>
                </a:rPr>
                <a:t>사회적 문제 제기</a:t>
              </a:r>
              <a:endParaRPr lang="en-US" altLang="ko-KR" dirty="0">
                <a:solidFill>
                  <a:schemeClr val="bg1"/>
                </a:solidFill>
                <a:latin typeface="바른돋움 2"/>
                <a:ea typeface="바른돋움 2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919602" y="1533466"/>
              <a:ext cx="2088232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2000" b="1" dirty="0">
                  <a:solidFill>
                    <a:schemeClr val="bg1"/>
                  </a:solidFill>
                  <a:latin typeface="바른돋움 2"/>
                  <a:ea typeface="바른돋움 2"/>
                </a:rPr>
                <a:t>문제 제기</a:t>
              </a:r>
            </a:p>
          </p:txBody>
        </p:sp>
        <p:cxnSp>
          <p:nvCxnSpPr>
            <p:cNvPr id="18" name="직선 연결선 17"/>
            <p:cNvCxnSpPr/>
            <p:nvPr/>
          </p:nvCxnSpPr>
          <p:spPr>
            <a:xfrm>
              <a:off x="2890815" y="1590841"/>
              <a:ext cx="0" cy="311957"/>
            </a:xfrm>
            <a:prstGeom prst="line">
              <a:avLst/>
            </a:prstGeom>
            <a:ln w="3810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/>
          <p:cNvSpPr txBox="1"/>
          <p:nvPr/>
        </p:nvSpPr>
        <p:spPr>
          <a:xfrm>
            <a:off x="6405675" y="2936751"/>
            <a:ext cx="5414328" cy="7833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1600" dirty="0">
                <a:latin typeface="바른돋움 2"/>
                <a:ea typeface="바른돋움 2"/>
              </a:rPr>
              <a:t>정확</a:t>
            </a:r>
            <a:r>
              <a:rPr lang="en-US" altLang="ko-KR" sz="1600" dirty="0">
                <a:latin typeface="바른돋움 2"/>
                <a:ea typeface="바른돋움 2"/>
              </a:rPr>
              <a:t>,</a:t>
            </a:r>
            <a:r>
              <a:rPr lang="ko-KR" altLang="en-US" sz="1600" dirty="0">
                <a:latin typeface="바른돋움 2"/>
                <a:ea typeface="바른돋움 2"/>
              </a:rPr>
              <a:t> 신뢰적</a:t>
            </a:r>
            <a:r>
              <a:rPr lang="en-US" altLang="ko-KR" sz="1600" dirty="0">
                <a:latin typeface="바른돋움 2"/>
                <a:ea typeface="바른돋움 2"/>
              </a:rPr>
              <a:t>,</a:t>
            </a:r>
            <a:r>
              <a:rPr lang="ko-KR" altLang="en-US" sz="1600" dirty="0">
                <a:latin typeface="바른돋움 2"/>
                <a:ea typeface="바른돋움 2"/>
              </a:rPr>
              <a:t> </a:t>
            </a:r>
            <a:r>
              <a:rPr lang="ko-KR" altLang="en-US" sz="1600" dirty="0" err="1">
                <a:latin typeface="바른돋움 2"/>
                <a:ea typeface="바른돋움 2"/>
              </a:rPr>
              <a:t>최신적</a:t>
            </a:r>
            <a:r>
              <a:rPr lang="ko-KR" altLang="en-US" sz="1600" dirty="0">
                <a:latin typeface="바른돋움 2"/>
                <a:ea typeface="바른돋움 2"/>
              </a:rPr>
              <a:t> 정보 습득 어려움</a:t>
            </a:r>
            <a:r>
              <a:rPr lang="en-US" altLang="ko-KR" sz="1600" dirty="0">
                <a:latin typeface="바른돋움 2"/>
                <a:ea typeface="바른돋움 2"/>
              </a:rPr>
              <a:t>.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sz="1600" dirty="0">
                <a:latin typeface="바른돋움 2"/>
                <a:ea typeface="바른돋움 2"/>
              </a:rPr>
              <a:t>육아의 기회 부족으로 작용</a:t>
            </a:r>
            <a:r>
              <a:rPr lang="en-US" altLang="ko-KR" sz="1600" dirty="0">
                <a:latin typeface="바른돋움 2"/>
                <a:ea typeface="바른돋움 2"/>
              </a:rPr>
              <a:t>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1410" y="2543612"/>
            <a:ext cx="389637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b="1" dirty="0">
                <a:latin typeface="바른돋움 2"/>
                <a:ea typeface="바른돋움 2"/>
              </a:rPr>
              <a:t>부모 교육과 정보 접근성 부족</a:t>
            </a:r>
          </a:p>
        </p:txBody>
      </p:sp>
      <p:cxnSp>
        <p:nvCxnSpPr>
          <p:cNvPr id="21" name="직선 연결선 20"/>
          <p:cNvCxnSpPr/>
          <p:nvPr/>
        </p:nvCxnSpPr>
        <p:spPr>
          <a:xfrm>
            <a:off x="6495688" y="2600987"/>
            <a:ext cx="0" cy="311957"/>
          </a:xfrm>
          <a:prstGeom prst="line">
            <a:avLst/>
          </a:prstGeom>
          <a:ln w="38100"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419403" y="4591482"/>
            <a:ext cx="5404679" cy="7833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1600" dirty="0">
                <a:latin typeface="바른돋움 2"/>
                <a:ea typeface="바른돋움 2"/>
              </a:rPr>
              <a:t>아기 발달 특성에 대한 이해 부족</a:t>
            </a:r>
            <a:r>
              <a:rPr lang="en-US" altLang="ko-KR" sz="1600" dirty="0">
                <a:latin typeface="바른돋움 2"/>
                <a:ea typeface="바른돋움 2"/>
              </a:rPr>
              <a:t>.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sz="1600" dirty="0">
                <a:latin typeface="바른돋움 2"/>
                <a:ea typeface="바른돋움 2"/>
              </a:rPr>
              <a:t>적절한 대응 어려움</a:t>
            </a:r>
            <a:r>
              <a:rPr lang="en-US" altLang="ko-KR" sz="1600" dirty="0">
                <a:latin typeface="바른돋움 2"/>
                <a:ea typeface="바른돋움 2"/>
              </a:rPr>
              <a:t>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5491" y="4248284"/>
            <a:ext cx="30377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b="1" dirty="0">
                <a:latin typeface="바른돋움 2"/>
                <a:ea typeface="바른돋움 2"/>
              </a:rPr>
              <a:t>아기 발달 단계 이해 부족</a:t>
            </a:r>
          </a:p>
        </p:txBody>
      </p:sp>
      <p:cxnSp>
        <p:nvCxnSpPr>
          <p:cNvPr id="28" name="직선 연결선 27"/>
          <p:cNvCxnSpPr/>
          <p:nvPr/>
        </p:nvCxnSpPr>
        <p:spPr>
          <a:xfrm>
            <a:off x="6495491" y="4255718"/>
            <a:ext cx="0" cy="311957"/>
          </a:xfrm>
          <a:prstGeom prst="line">
            <a:avLst/>
          </a:prstGeom>
          <a:ln w="38100"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그룹 11"/>
          <p:cNvGrpSpPr/>
          <p:nvPr/>
        </p:nvGrpSpPr>
        <p:grpSpPr>
          <a:xfrm>
            <a:off x="892285" y="2513995"/>
            <a:ext cx="5167078" cy="1191884"/>
            <a:chOff x="442740" y="3364444"/>
            <a:chExt cx="4392488" cy="1191884"/>
          </a:xfrm>
        </p:grpSpPr>
        <p:sp>
          <p:nvSpPr>
            <p:cNvPr id="29" name="TextBox 28"/>
            <p:cNvSpPr txBox="1"/>
            <p:nvPr/>
          </p:nvSpPr>
          <p:spPr>
            <a:xfrm>
              <a:off x="442740" y="3772972"/>
              <a:ext cx="4392488" cy="78335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  <a:defRPr/>
              </a:pPr>
              <a:r>
                <a:rPr lang="ko-KR" altLang="en-US" sz="1600" dirty="0">
                  <a:latin typeface="바른돋움 2"/>
                  <a:ea typeface="바른돋움 2"/>
                </a:rPr>
                <a:t>맞벌이 부부의 시간적</a:t>
              </a:r>
              <a:r>
                <a:rPr lang="en-US" altLang="ko-KR" sz="1600" dirty="0">
                  <a:latin typeface="바른돋움 2"/>
                  <a:ea typeface="바른돋움 2"/>
                </a:rPr>
                <a:t>,</a:t>
              </a:r>
              <a:r>
                <a:rPr lang="ko-KR" altLang="en-US" sz="1600" dirty="0">
                  <a:latin typeface="바른돋움 2"/>
                  <a:ea typeface="바른돋움 2"/>
                </a:rPr>
                <a:t> 정신적 여유 부족</a:t>
              </a:r>
              <a:r>
                <a:rPr lang="en-US" altLang="ko-KR" sz="1600" dirty="0">
                  <a:latin typeface="바른돋움 2"/>
                  <a:ea typeface="바른돋움 2"/>
                </a:rPr>
                <a:t>.</a:t>
              </a:r>
            </a:p>
            <a:p>
              <a:pPr>
                <a:lnSpc>
                  <a:spcPct val="150000"/>
                </a:lnSpc>
                <a:defRPr/>
              </a:pPr>
              <a:r>
                <a:rPr lang="ko-KR" altLang="en-US" sz="1600" dirty="0">
                  <a:latin typeface="바른돋움 2"/>
                  <a:ea typeface="바른돋움 2"/>
                </a:rPr>
                <a:t>육아 결정 부담</a:t>
              </a:r>
              <a:r>
                <a:rPr lang="en-US" altLang="ko-KR" sz="1600" dirty="0">
                  <a:latin typeface="바른돋움 2"/>
                  <a:ea typeface="바른돋움 2"/>
                </a:rPr>
                <a:t>.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514748" y="3364444"/>
              <a:ext cx="2448272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b="1" dirty="0">
                  <a:latin typeface="바른돋움 2"/>
                  <a:ea typeface="바른돋움 2"/>
                </a:rPr>
                <a:t>육아 부담 증가</a:t>
              </a:r>
            </a:p>
          </p:txBody>
        </p:sp>
        <p:cxnSp>
          <p:nvCxnSpPr>
            <p:cNvPr id="31" name="직선 연결선 30"/>
            <p:cNvCxnSpPr/>
            <p:nvPr/>
          </p:nvCxnSpPr>
          <p:spPr>
            <a:xfrm>
              <a:off x="514748" y="3421819"/>
              <a:ext cx="0" cy="311957"/>
            </a:xfrm>
            <a:prstGeom prst="line">
              <a:avLst/>
            </a:prstGeom>
            <a:ln w="38100">
              <a:solidFill>
                <a:schemeClr val="dk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2" name="TextBox 31"/>
          <p:cNvSpPr txBox="1"/>
          <p:nvPr/>
        </p:nvSpPr>
        <p:spPr>
          <a:xfrm>
            <a:off x="879063" y="4639102"/>
            <a:ext cx="5108292" cy="7833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ko-KR" altLang="en-US" sz="1600" dirty="0">
                <a:latin typeface="바른돋움 2"/>
                <a:ea typeface="바른돋움 2"/>
              </a:rPr>
              <a:t>육아는 외롭고 고립된 경험이 될 수 있음</a:t>
            </a:r>
            <a:r>
              <a:rPr lang="en-US" altLang="ko-KR" sz="1600" dirty="0">
                <a:latin typeface="바른돋움 2"/>
                <a:ea typeface="바른돋움 2"/>
              </a:rPr>
              <a:t>.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sz="1600" dirty="0">
                <a:latin typeface="바른돋움 2"/>
                <a:ea typeface="바른돋움 2"/>
              </a:rPr>
              <a:t>첫 아이</a:t>
            </a:r>
            <a:r>
              <a:rPr lang="en-US" altLang="ko-KR" sz="1600" dirty="0">
                <a:latin typeface="바른돋움 2"/>
                <a:ea typeface="바른돋움 2"/>
              </a:rPr>
              <a:t>,</a:t>
            </a:r>
            <a:r>
              <a:rPr lang="ko-KR" altLang="en-US" sz="1600" dirty="0">
                <a:latin typeface="바른돋움 2"/>
                <a:ea typeface="바른돋움 2"/>
              </a:rPr>
              <a:t> 혹은 사회적 지지망이 약한 부모에게 치명적</a:t>
            </a:r>
            <a:r>
              <a:rPr lang="en-US" altLang="ko-KR" sz="1600" dirty="0">
                <a:latin typeface="바른돋움 2"/>
                <a:ea typeface="바른돋움 2"/>
              </a:rPr>
              <a:t>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327" y="4248284"/>
            <a:ext cx="2880011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b="1" dirty="0">
                <a:latin typeface="바른돋움 2"/>
                <a:ea typeface="바른돋움 2"/>
              </a:rPr>
              <a:t>사회적 지지 부족</a:t>
            </a:r>
          </a:p>
        </p:txBody>
      </p:sp>
      <p:cxnSp>
        <p:nvCxnSpPr>
          <p:cNvPr id="34" name="직선 연결선 33"/>
          <p:cNvCxnSpPr/>
          <p:nvPr/>
        </p:nvCxnSpPr>
        <p:spPr>
          <a:xfrm>
            <a:off x="960328" y="4264429"/>
            <a:ext cx="0" cy="311957"/>
          </a:xfrm>
          <a:prstGeom prst="line">
            <a:avLst/>
          </a:prstGeom>
          <a:ln w="38100">
            <a:solidFill>
              <a:schemeClr val="dk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44188" y="1944028"/>
            <a:ext cx="1966895" cy="36933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  <a:latin typeface="바른돋움 2" panose="02020503020101020101" pitchFamily="18" charset="-127"/>
                <a:ea typeface="바른돋움 2" panose="02020503020101020101" pitchFamily="18" charset="-127"/>
              </a:rPr>
              <a:t>사회의 지원 부족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387788" y="1944028"/>
            <a:ext cx="1498750" cy="36933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7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>
                <a:solidFill>
                  <a:schemeClr val="bg1"/>
                </a:solidFill>
                <a:latin typeface="바른돋움 2" panose="02020503020101020101" pitchFamily="18" charset="-127"/>
                <a:ea typeface="바른돋움 2" panose="02020503020101020101" pitchFamily="18" charset="-127"/>
              </a:rPr>
              <a:t>정보의 부족</a:t>
            </a:r>
          </a:p>
        </p:txBody>
      </p:sp>
      <p:sp>
        <p:nvSpPr>
          <p:cNvPr id="38" name="직사각형 37"/>
          <p:cNvSpPr/>
          <p:nvPr/>
        </p:nvSpPr>
        <p:spPr>
          <a:xfrm>
            <a:off x="3395067" y="5985768"/>
            <a:ext cx="5544616" cy="14401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accent4">
                    <a:lumMod val="50000"/>
                  </a:schemeClr>
                </a:solidFill>
                <a:latin typeface="바른돋움 3" panose="02020503020101020101" pitchFamily="18" charset="-127"/>
                <a:ea typeface="바른돋움 3" panose="02020503020101020101" pitchFamily="18" charset="-127"/>
              </a:rPr>
              <a:t>육아 과정에서의 부모와 아기 간의</a:t>
            </a:r>
            <a:endParaRPr lang="en-US" altLang="ko-KR" dirty="0">
              <a:solidFill>
                <a:schemeClr val="accent4">
                  <a:lumMod val="50000"/>
                </a:schemeClr>
              </a:solidFill>
              <a:latin typeface="바른돋움 3" panose="02020503020101020101" pitchFamily="18" charset="-127"/>
              <a:ea typeface="바른돋움 3" panose="02020503020101020101" pitchFamily="18" charset="-127"/>
            </a:endParaRPr>
          </a:p>
          <a:p>
            <a:pPr algn="ctr"/>
            <a:r>
              <a:rPr lang="en-US" altLang="ko-KR" sz="2800" b="1" dirty="0">
                <a:solidFill>
                  <a:schemeClr val="accent4">
                    <a:lumMod val="50000"/>
                  </a:schemeClr>
                </a:solidFill>
                <a:latin typeface="바른돋움 3" panose="02020503020101020101" pitchFamily="18" charset="-127"/>
                <a:ea typeface="바른돋움 3" panose="02020503020101020101" pitchFamily="18" charset="-127"/>
              </a:rPr>
              <a:t>“</a:t>
            </a:r>
            <a:r>
              <a:rPr lang="ko-KR" altLang="en-US" sz="2800" b="1" dirty="0">
                <a:solidFill>
                  <a:schemeClr val="accent4">
                    <a:lumMod val="50000"/>
                  </a:schemeClr>
                </a:solidFill>
                <a:latin typeface="바른돋움 3" panose="02020503020101020101" pitchFamily="18" charset="-127"/>
                <a:ea typeface="바른돋움 3" panose="02020503020101020101" pitchFamily="18" charset="-127"/>
              </a:rPr>
              <a:t>건강한 관계 형성 어려움</a:t>
            </a:r>
            <a:r>
              <a:rPr lang="en-US" altLang="ko-KR" sz="2800" b="1" dirty="0">
                <a:solidFill>
                  <a:schemeClr val="accent4">
                    <a:lumMod val="50000"/>
                  </a:schemeClr>
                </a:solidFill>
                <a:latin typeface="바른돋움 3" panose="02020503020101020101" pitchFamily="18" charset="-127"/>
                <a:ea typeface="바른돋움 3" panose="02020503020101020101" pitchFamily="18" charset="-127"/>
              </a:rPr>
              <a:t>”</a:t>
            </a:r>
            <a:endParaRPr lang="ko-KR" altLang="en-US" sz="2800" b="1" dirty="0">
              <a:solidFill>
                <a:schemeClr val="accent4">
                  <a:lumMod val="50000"/>
                </a:schemeClr>
              </a:solidFill>
              <a:latin typeface="바른돋움 3" panose="02020503020101020101" pitchFamily="18" charset="-127"/>
              <a:ea typeface="바른돋움 3" panose="02020503020101020101" pitchFamily="18" charset="-127"/>
            </a:endParaRPr>
          </a:p>
        </p:txBody>
      </p:sp>
      <p:pic>
        <p:nvPicPr>
          <p:cNvPr id="4" name="그림 3" descr="폰트, 텍스트, 로고, 그래픽이(가) 표시된 사진&#10;&#10;자동 생성된 설명">
            <a:extLst>
              <a:ext uri="{FF2B5EF4-FFF2-40B4-BE49-F238E27FC236}">
                <a16:creationId xmlns:a16="http://schemas.microsoft.com/office/drawing/2014/main" id="{AF9622CF-612F-0273-EE32-9C967F3312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2047" y="293244"/>
            <a:ext cx="1744812" cy="471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039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그룹 14"/>
          <p:cNvGrpSpPr/>
          <p:nvPr/>
        </p:nvGrpSpPr>
        <p:grpSpPr>
          <a:xfrm rot="10800000">
            <a:off x="-564608" y="-7577"/>
            <a:ext cx="7944663" cy="8369608"/>
            <a:chOff x="8406074" y="0"/>
            <a:chExt cx="2395276" cy="6864552"/>
          </a:xfrm>
        </p:grpSpPr>
        <p:sp>
          <p:nvSpPr>
            <p:cNvPr id="143" name="직사각형 7"/>
            <p:cNvSpPr/>
            <p:nvPr/>
          </p:nvSpPr>
          <p:spPr>
            <a:xfrm>
              <a:off x="9001075" y="0"/>
              <a:ext cx="1800275" cy="6858000"/>
            </a:xfrm>
            <a:prstGeom prst="rect">
              <a:avLst/>
            </a:prstGeom>
            <a:solidFill>
              <a:srgbClr val="502962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ko-KR"/>
            </a:p>
          </p:txBody>
        </p:sp>
        <p:sp>
          <p:nvSpPr>
            <p:cNvPr id="144" name="이등변 삼각형 1"/>
            <p:cNvSpPr/>
            <p:nvPr/>
          </p:nvSpPr>
          <p:spPr>
            <a:xfrm>
              <a:off x="8406074" y="0"/>
              <a:ext cx="811023" cy="6864552"/>
            </a:xfrm>
            <a:prstGeom prst="triangle">
              <a:avLst>
                <a:gd name="adj" fmla="val 72964"/>
              </a:avLst>
            </a:prstGeom>
            <a:solidFill>
              <a:srgbClr val="5029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sp>
        <p:nvSpPr>
          <p:cNvPr id="132" name="TextBox 5"/>
          <p:cNvSpPr txBox="1"/>
          <p:nvPr/>
        </p:nvSpPr>
        <p:spPr>
          <a:xfrm>
            <a:off x="4825346" y="5894396"/>
            <a:ext cx="7570721" cy="16773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5500" b="0" i="0" u="none" strike="noStrike" kern="1200" cap="none" spc="0" normalizeH="0" baseline="0" dirty="0">
                <a:solidFill>
                  <a:schemeClr val="accent4">
                    <a:lumMod val="75000"/>
                  </a:schemeClr>
                </a:solidFill>
                <a:latin typeface="바른돋움 3"/>
                <a:ea typeface="바른돋움 3"/>
              </a:rPr>
              <a:t>한번에 해결 할 방법</a:t>
            </a:r>
          </a:p>
          <a:p>
            <a:pPr marL="0" lvl="0" indent="0" algn="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4800" b="0" i="0" u="none" strike="noStrike" kern="1200" cap="none" spc="0" normalizeH="0" baseline="0" dirty="0">
                <a:solidFill>
                  <a:schemeClr val="accent4">
                    <a:lumMod val="75000"/>
                  </a:schemeClr>
                </a:solidFill>
                <a:latin typeface="바른돋움 3"/>
                <a:ea typeface="바른돋움 3"/>
              </a:rPr>
              <a:t>뭔가 없을까요</a:t>
            </a:r>
            <a:r>
              <a:rPr kumimoji="0" lang="en-US" altLang="ko-KR" sz="4800" b="0" i="0" u="none" strike="noStrike" kern="1200" cap="none" spc="0" normalizeH="0" baseline="0" dirty="0">
                <a:solidFill>
                  <a:schemeClr val="accent4">
                    <a:lumMod val="75000"/>
                  </a:schemeClr>
                </a:solidFill>
                <a:latin typeface="바른돋움 3"/>
                <a:ea typeface="바른돋움 3"/>
              </a:rPr>
              <a:t>?</a:t>
            </a:r>
          </a:p>
        </p:txBody>
      </p:sp>
      <p:sp>
        <p:nvSpPr>
          <p:cNvPr id="138" name="TextBox 5"/>
          <p:cNvSpPr txBox="1"/>
          <p:nvPr/>
        </p:nvSpPr>
        <p:spPr>
          <a:xfrm>
            <a:off x="1535323" y="4113560"/>
            <a:ext cx="704432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ko-KR" altLang="en-US" sz="2400" dirty="0">
                <a:solidFill>
                  <a:schemeClr val="lt1"/>
                </a:solidFill>
                <a:latin typeface="바른돋움 3"/>
                <a:ea typeface="바른돋움 3"/>
              </a:rPr>
              <a:t>정확하고 신뢰할 수 있는</a:t>
            </a:r>
            <a:r>
              <a:rPr lang="en-US" altLang="ko-KR" sz="2400" dirty="0">
                <a:solidFill>
                  <a:schemeClr val="lt1"/>
                </a:solidFill>
                <a:latin typeface="바른돋움 3"/>
                <a:ea typeface="바른돋움 3"/>
              </a:rPr>
              <a:t>,</a:t>
            </a:r>
          </a:p>
          <a:p>
            <a:pPr marL="0" lvl="0" indent="0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ko-KR" altLang="en-US" sz="3600" dirty="0">
                <a:solidFill>
                  <a:schemeClr val="lt1"/>
                </a:solidFill>
                <a:latin typeface="바른돋움 3"/>
                <a:ea typeface="바른돋움 3"/>
              </a:rPr>
              <a:t>육아 정보</a:t>
            </a:r>
            <a:endParaRPr kumimoji="0" lang="ko-KR" altLang="en-US" sz="3600" b="0" i="0" u="none" strike="noStrike" kern="1200" cap="none" spc="0" normalizeH="0" baseline="0" dirty="0">
              <a:solidFill>
                <a:schemeClr val="lt1"/>
              </a:solidFill>
              <a:latin typeface="바른돋움 3"/>
              <a:ea typeface="바른돋움 3"/>
            </a:endParaRPr>
          </a:p>
          <a:p>
            <a:pPr marL="0" lvl="0" indent="0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ko-KR" altLang="en-US" sz="2800" dirty="0">
                <a:solidFill>
                  <a:schemeClr val="lt1"/>
                </a:solidFill>
                <a:latin typeface="바른돋움 3"/>
                <a:ea typeface="바른돋움 3"/>
              </a:rPr>
              <a:t>손 쉽게 얻을 수 없나</a:t>
            </a:r>
            <a:r>
              <a:rPr kumimoji="0" lang="en-US" altLang="ko-KR" sz="2800" b="0" i="0" u="none" strike="noStrike" kern="1200" cap="none" spc="0" normalizeH="0" baseline="0" dirty="0">
                <a:solidFill>
                  <a:schemeClr val="lt1"/>
                </a:solidFill>
                <a:latin typeface="바른돋움 3"/>
                <a:ea typeface="바른돋움 3"/>
              </a:rPr>
              <a:t>?</a:t>
            </a:r>
          </a:p>
        </p:txBody>
      </p:sp>
      <p:sp>
        <p:nvSpPr>
          <p:cNvPr id="140" name="TextBox 5"/>
          <p:cNvSpPr txBox="1"/>
          <p:nvPr/>
        </p:nvSpPr>
        <p:spPr>
          <a:xfrm>
            <a:off x="3407727" y="3469476"/>
            <a:ext cx="70443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2800" b="0" i="0" u="none" strike="noStrike" kern="1200" cap="none" spc="0" normalizeH="0" baseline="0" dirty="0">
                <a:solidFill>
                  <a:srgbClr val="000000"/>
                </a:solidFill>
                <a:latin typeface="바른돋움 3"/>
                <a:ea typeface="바른돋움 3"/>
              </a:rPr>
              <a:t>발달 정도는</a:t>
            </a:r>
            <a:r>
              <a:rPr kumimoji="0" lang="en-US" altLang="ko-KR" sz="2800" b="0" i="0" u="none" strike="noStrike" kern="1200" cap="none" spc="0" normalizeH="0" baseline="0" dirty="0">
                <a:solidFill>
                  <a:srgbClr val="000000"/>
                </a:solidFill>
                <a:latin typeface="바른돋움 3"/>
                <a:ea typeface="바른돋움 3"/>
              </a:rPr>
              <a:t>?</a:t>
            </a:r>
          </a:p>
          <a:p>
            <a:pPr marL="0" lvl="0" indent="0" algn="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2000" b="0" i="0" u="none" strike="noStrike" kern="1200" cap="none" spc="0" normalizeH="0" baseline="0" dirty="0">
                <a:solidFill>
                  <a:srgbClr val="000000"/>
                </a:solidFill>
                <a:latin typeface="바른돋움 3"/>
                <a:ea typeface="바른돋움 3"/>
              </a:rPr>
              <a:t>이것도 중요한데</a:t>
            </a:r>
          </a:p>
        </p:txBody>
      </p:sp>
      <p:sp>
        <p:nvSpPr>
          <p:cNvPr id="141" name="TextBox 5"/>
          <p:cNvSpPr txBox="1"/>
          <p:nvPr/>
        </p:nvSpPr>
        <p:spPr>
          <a:xfrm>
            <a:off x="7380055" y="1676028"/>
            <a:ext cx="47503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2000" b="0" i="0" u="none" strike="noStrike" kern="1200" cap="none" spc="0" normalizeH="0" baseline="0" dirty="0">
                <a:solidFill>
                  <a:srgbClr val="000000"/>
                </a:solidFill>
                <a:latin typeface="바른돋움 3"/>
                <a:ea typeface="바른돋움 3"/>
              </a:rPr>
              <a:t>부모의 </a:t>
            </a:r>
            <a:r>
              <a:rPr kumimoji="0" lang="ko-KR" altLang="en-US" sz="2000" b="1" i="0" u="none" strike="noStrike" kern="1200" cap="none" spc="0" normalizeH="0" baseline="0" dirty="0">
                <a:solidFill>
                  <a:srgbClr val="000000"/>
                </a:solidFill>
                <a:latin typeface="바른돋움 3"/>
                <a:ea typeface="바른돋움 3"/>
              </a:rPr>
              <a:t>외로움과</a:t>
            </a:r>
            <a:r>
              <a:rPr kumimoji="0" lang="ko-KR" altLang="en-US" sz="2000" b="0" i="0" u="none" strike="noStrike" kern="1200" cap="none" spc="0" normalizeH="0" baseline="0" dirty="0">
                <a:solidFill>
                  <a:srgbClr val="000000"/>
                </a:solidFill>
                <a:latin typeface="바른돋움 3"/>
                <a:ea typeface="바른돋움 3"/>
              </a:rPr>
              <a:t> </a:t>
            </a:r>
            <a:r>
              <a:rPr kumimoji="0" lang="ko-KR" altLang="en-US" sz="2000" b="1" i="0" u="none" strike="noStrike" kern="1200" cap="none" spc="0" normalizeH="0" baseline="0" dirty="0">
                <a:solidFill>
                  <a:srgbClr val="000000"/>
                </a:solidFill>
                <a:latin typeface="바른돋움 3"/>
                <a:ea typeface="바른돋움 3"/>
              </a:rPr>
              <a:t>고립감</a:t>
            </a:r>
            <a:r>
              <a:rPr kumimoji="0" lang="ko-KR" altLang="en-US" sz="2000" b="0" i="0" u="none" strike="noStrike" kern="1200" cap="none" spc="0" normalizeH="0" baseline="0" dirty="0">
                <a:solidFill>
                  <a:srgbClr val="000000"/>
                </a:solidFill>
                <a:latin typeface="바른돋움 3"/>
                <a:ea typeface="바른돋움 3"/>
              </a:rPr>
              <a:t>을 줄이기 위해 어떤 사회적 지원 체계가 필요할까</a:t>
            </a:r>
            <a:r>
              <a:rPr kumimoji="0" lang="en-US" altLang="ko-KR" sz="2000" b="0" i="0" u="none" strike="noStrike" kern="1200" cap="none" spc="0" normalizeH="0" baseline="0" dirty="0">
                <a:solidFill>
                  <a:srgbClr val="000000"/>
                </a:solidFill>
                <a:latin typeface="바른돋움 3"/>
                <a:ea typeface="바른돋움 3"/>
              </a:rPr>
              <a:t>?</a:t>
            </a:r>
            <a:endParaRPr kumimoji="0" lang="ko-KR" altLang="en-US" sz="1600" b="0" i="0" u="none" strike="noStrike" kern="1200" cap="none" spc="0" normalizeH="0" baseline="0" dirty="0">
              <a:solidFill>
                <a:srgbClr val="000000"/>
              </a:solidFill>
              <a:latin typeface="바른돋움 3"/>
              <a:ea typeface="바른돋움 3"/>
            </a:endParaRPr>
          </a:p>
        </p:txBody>
      </p:sp>
      <p:sp>
        <p:nvSpPr>
          <p:cNvPr id="145" name="TextBox 4"/>
          <p:cNvSpPr txBox="1"/>
          <p:nvPr/>
        </p:nvSpPr>
        <p:spPr>
          <a:xfrm>
            <a:off x="366652" y="215903"/>
            <a:ext cx="2668572" cy="337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  <a:defRPr/>
            </a:pPr>
            <a:r>
              <a:rPr lang="en-US" altLang="ko-KR" sz="1600">
                <a:solidFill>
                  <a:schemeClr val="lt1"/>
                </a:solidFill>
                <a:latin typeface="바른돋움 2"/>
                <a:ea typeface="바른돋움 2"/>
              </a:rPr>
              <a:t>1.</a:t>
            </a:r>
            <a:r>
              <a:rPr lang="ko-KR" altLang="en-US" sz="1600">
                <a:solidFill>
                  <a:schemeClr val="lt1"/>
                </a:solidFill>
                <a:latin typeface="바른돋움 2"/>
                <a:ea typeface="바른돋움 2"/>
              </a:rPr>
              <a:t>  문제제기</a:t>
            </a:r>
          </a:p>
        </p:txBody>
      </p:sp>
      <p:cxnSp>
        <p:nvCxnSpPr>
          <p:cNvPr id="146" name="직선 연결선 2"/>
          <p:cNvCxnSpPr/>
          <p:nvPr/>
        </p:nvCxnSpPr>
        <p:spPr>
          <a:xfrm>
            <a:off x="366652" y="601606"/>
            <a:ext cx="1668632" cy="0"/>
          </a:xfrm>
          <a:prstGeom prst="line">
            <a:avLst/>
          </a:prstGeom>
          <a:ln w="635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7" name="TextBox 9"/>
          <p:cNvSpPr txBox="1"/>
          <p:nvPr/>
        </p:nvSpPr>
        <p:spPr>
          <a:xfrm>
            <a:off x="407854" y="673614"/>
            <a:ext cx="21953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200" dirty="0">
                <a:solidFill>
                  <a:schemeClr val="lt1"/>
                </a:solidFill>
                <a:latin typeface="바른돋움 2"/>
                <a:ea typeface="바른돋움 2"/>
              </a:rPr>
              <a:t>사회적 문제 정의</a:t>
            </a:r>
            <a:endParaRPr lang="en-US" altLang="ko-KR" sz="1200" dirty="0">
              <a:solidFill>
                <a:schemeClr val="lt1"/>
              </a:solidFill>
              <a:latin typeface="바른돋움 2"/>
              <a:ea typeface="바른돋움 2"/>
            </a:endParaRPr>
          </a:p>
        </p:txBody>
      </p:sp>
      <p:sp>
        <p:nvSpPr>
          <p:cNvPr id="148" name="TextBox 5"/>
          <p:cNvSpPr txBox="1"/>
          <p:nvPr/>
        </p:nvSpPr>
        <p:spPr>
          <a:xfrm>
            <a:off x="268086" y="2030261"/>
            <a:ext cx="70443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2800" b="0" i="0" u="none" strike="noStrike" kern="1200" cap="none" spc="0" normalizeH="0" baseline="0" dirty="0">
                <a:solidFill>
                  <a:schemeClr val="lt1"/>
                </a:solidFill>
                <a:latin typeface="바른돋움 3"/>
                <a:ea typeface="바른돋움 3"/>
              </a:rPr>
              <a:t>맞벌이 부부가 </a:t>
            </a:r>
            <a:r>
              <a:rPr kumimoji="0" lang="ko-KR" altLang="en-US" sz="2800" b="1" i="0" u="none" strike="noStrike" kern="1200" cap="none" spc="0" normalizeH="0" baseline="0" dirty="0">
                <a:solidFill>
                  <a:schemeClr val="lt1"/>
                </a:solidFill>
                <a:latin typeface="바른돋움 3"/>
                <a:ea typeface="바른돋움 3"/>
              </a:rPr>
              <a:t>육아 부담</a:t>
            </a:r>
            <a:r>
              <a:rPr kumimoji="0" lang="ko-KR" altLang="en-US" sz="2800" b="0" i="0" u="none" strike="noStrike" kern="1200" cap="none" spc="0" normalizeH="0" baseline="0" dirty="0">
                <a:solidFill>
                  <a:schemeClr val="lt1"/>
                </a:solidFill>
                <a:latin typeface="바른돋움 3"/>
                <a:ea typeface="바른돋움 3"/>
              </a:rPr>
              <a:t>을 </a:t>
            </a:r>
            <a:endParaRPr kumimoji="0" lang="en-US" altLang="ko-KR" sz="2800" b="0" i="0" u="none" strike="noStrike" kern="1200" cap="none" spc="0" normalizeH="0" baseline="0" dirty="0">
              <a:solidFill>
                <a:schemeClr val="lt1"/>
              </a:solidFill>
              <a:latin typeface="바른돋움 3"/>
              <a:ea typeface="바른돋움 3"/>
            </a:endParaRPr>
          </a:p>
          <a:p>
            <a:pPr marL="0" lvl="0" indent="0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ko-KR" altLang="en-US" sz="2800" b="0" i="0" u="none" strike="noStrike" kern="1200" cap="none" spc="0" normalizeH="0" baseline="0" dirty="0">
                <a:solidFill>
                  <a:schemeClr val="lt1"/>
                </a:solidFill>
                <a:latin typeface="바른돋움 3"/>
                <a:ea typeface="바른돋움 3"/>
              </a:rPr>
              <a:t>느끼는 주된 이유는 무엇일까</a:t>
            </a:r>
            <a:r>
              <a:rPr kumimoji="0" lang="en-US" altLang="ko-KR" sz="2800" b="0" i="0" u="none" strike="noStrike" kern="1200" cap="none" spc="0" normalizeH="0" baseline="0" dirty="0">
                <a:solidFill>
                  <a:schemeClr val="lt1"/>
                </a:solidFill>
                <a:latin typeface="바른돋움 3"/>
                <a:ea typeface="바른돋움 3"/>
              </a:rPr>
              <a:t>?</a:t>
            </a:r>
            <a:endParaRPr kumimoji="0" lang="en-US" altLang="ko-KR" sz="2000" b="0" i="0" u="none" strike="noStrike" kern="1200" cap="none" spc="0" normalizeH="0" baseline="0" dirty="0">
              <a:solidFill>
                <a:schemeClr val="lt1"/>
              </a:solidFill>
              <a:latin typeface="바른돋움 3"/>
              <a:ea typeface="바른돋움 3"/>
            </a:endParaRPr>
          </a:p>
        </p:txBody>
      </p:sp>
      <p:pic>
        <p:nvPicPr>
          <p:cNvPr id="3" name="그림 2" descr="폰트, 텍스트, 로고, 그래픽이(가) 표시된 사진&#10;&#10;자동 생성된 설명">
            <a:extLst>
              <a:ext uri="{FF2B5EF4-FFF2-40B4-BE49-F238E27FC236}">
                <a16:creationId xmlns:a16="http://schemas.microsoft.com/office/drawing/2014/main" id="{62D1508B-EF27-2C37-527C-73B27BA42E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2047" y="293244"/>
            <a:ext cx="1744812" cy="4711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폰트, 텍스트, 로고, 그래픽이(가) 표시된 사진&#10;&#10;자동 생성된 설명">
            <a:extLst>
              <a:ext uri="{FF2B5EF4-FFF2-40B4-BE49-F238E27FC236}">
                <a16:creationId xmlns:a16="http://schemas.microsoft.com/office/drawing/2014/main" id="{D39679A8-C806-EDFC-0AF2-FF5B511D0E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2047" y="293244"/>
            <a:ext cx="1744812" cy="471173"/>
          </a:xfrm>
          <a:prstGeom prst="rect">
            <a:avLst/>
          </a:prstGeom>
        </p:spPr>
      </p:pic>
      <p:pic>
        <p:nvPicPr>
          <p:cNvPr id="30" name="그림 29" descr="폰트, 텍스트, 로고, 그래픽이(가) 표시된 사진&#10;&#10;자동 생성된 설명">
            <a:extLst>
              <a:ext uri="{FF2B5EF4-FFF2-40B4-BE49-F238E27FC236}">
                <a16:creationId xmlns:a16="http://schemas.microsoft.com/office/drawing/2014/main" id="{6047FADA-0367-3F31-4203-D18FA13BC9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803" y="3341030"/>
            <a:ext cx="4654928" cy="1257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709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>
            <a:extLst>
              <a:ext uri="{FF2B5EF4-FFF2-40B4-BE49-F238E27FC236}">
                <a16:creationId xmlns:a16="http://schemas.microsoft.com/office/drawing/2014/main" id="{549868E7-59F4-CEA4-039A-FA49405DB8C7}"/>
              </a:ext>
            </a:extLst>
          </p:cNvPr>
          <p:cNvGrpSpPr/>
          <p:nvPr/>
        </p:nvGrpSpPr>
        <p:grpSpPr>
          <a:xfrm>
            <a:off x="955179" y="3760223"/>
            <a:ext cx="3017658" cy="723441"/>
            <a:chOff x="738168" y="3678151"/>
            <a:chExt cx="3017658" cy="723441"/>
          </a:xfrm>
        </p:grpSpPr>
        <p:pic>
          <p:nvPicPr>
            <p:cNvPr id="12" name="그림 11" descr="노랑, 미소, 이모티콘, 클립아트이(가) 표시된 사진&#10;&#10;자동 생성된 설명">
              <a:extLst>
                <a:ext uri="{FF2B5EF4-FFF2-40B4-BE49-F238E27FC236}">
                  <a16:creationId xmlns:a16="http://schemas.microsoft.com/office/drawing/2014/main" id="{BB5E19E1-58A3-8587-D382-23920100C67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8168" y="3678151"/>
              <a:ext cx="723441" cy="723441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1098597-C346-80EF-4A95-D17A13453D94}"/>
                </a:ext>
              </a:extLst>
            </p:cNvPr>
            <p:cNvSpPr txBox="1"/>
            <p:nvPr/>
          </p:nvSpPr>
          <p:spPr>
            <a:xfrm>
              <a:off x="2098923" y="3681512"/>
              <a:ext cx="1656903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>
                <a:defRPr/>
              </a:pPr>
              <a:r>
                <a:rPr lang="ko-KR" altLang="en-US" sz="14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Kyobo Handwriting 2019" panose="02020503000000000000" pitchFamily="18" charset="-127"/>
                  <a:ea typeface="Kyobo Handwriting 2019" panose="02020503000000000000" pitchFamily="18" charset="-127"/>
                </a:rPr>
                <a:t>든든한 육아 도우미</a:t>
              </a:r>
              <a:endParaRPr lang="en-US" altLang="ko-KR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Kyobo Handwriting 2019" panose="02020503000000000000" pitchFamily="18" charset="-127"/>
                <a:ea typeface="Kyobo Handwriting 2019" panose="02020503000000000000" pitchFamily="18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B05A353-3569-717A-B7F0-04D2AC0946D2}"/>
                </a:ext>
              </a:extLst>
            </p:cNvPr>
            <p:cNvSpPr txBox="1"/>
            <p:nvPr/>
          </p:nvSpPr>
          <p:spPr>
            <a:xfrm>
              <a:off x="1461609" y="4024891"/>
              <a:ext cx="19543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ko-KR" altLang="en-US" b="1" dirty="0">
                  <a:solidFill>
                    <a:srgbClr val="8064A2"/>
                  </a:solidFill>
                  <a:latin typeface="Kyobo Handwriting 2019" panose="02020503000000000000" pitchFamily="18" charset="-127"/>
                  <a:ea typeface="Kyobo Handwriting 2019" panose="02020503000000000000" pitchFamily="18" charset="-127"/>
                </a:rPr>
                <a:t>옹알옹알</a:t>
              </a:r>
              <a:r>
                <a:rPr kumimoji="1" lang="en-US" altLang="ko-KR" b="1" dirty="0">
                  <a:solidFill>
                    <a:srgbClr val="8064A2"/>
                  </a:solidFill>
                  <a:latin typeface="Kyobo Handwriting 2019" panose="02020503000000000000" pitchFamily="18" charset="-127"/>
                  <a:ea typeface="Kyobo Handwriting 2019" panose="02020503000000000000" pitchFamily="18" charset="-127"/>
                </a:rPr>
                <a:t>.</a:t>
              </a:r>
              <a:r>
                <a:rPr kumimoji="1" lang="ko-KR" altLang="en-US" b="1" dirty="0">
                  <a:solidFill>
                    <a:srgbClr val="8064A2"/>
                  </a:solidFill>
                  <a:latin typeface="Kyobo Handwriting 2019" panose="02020503000000000000" pitchFamily="18" charset="-127"/>
                  <a:ea typeface="Kyobo Handwriting 2019" panose="02020503000000000000" pitchFamily="18" charset="-127"/>
                </a:rPr>
                <a:t> 맡겨주세요</a:t>
              </a:r>
              <a:r>
                <a:rPr kumimoji="1" lang="en-US" altLang="ko-KR" b="1" dirty="0">
                  <a:solidFill>
                    <a:srgbClr val="8064A2"/>
                  </a:solidFill>
                  <a:latin typeface="Kyobo Handwriting 2019" panose="02020503000000000000" pitchFamily="18" charset="-127"/>
                  <a:ea typeface="Kyobo Handwriting 2019" panose="02020503000000000000" pitchFamily="18" charset="-127"/>
                </a:rPr>
                <a:t>!</a:t>
              </a:r>
              <a:endParaRPr kumimoji="1" lang="ko-KR" altLang="en-US" b="1" dirty="0">
                <a:solidFill>
                  <a:srgbClr val="8064A2"/>
                </a:solidFill>
                <a:latin typeface="Kyobo Handwriting 2019" panose="02020503000000000000" pitchFamily="18" charset="-127"/>
                <a:ea typeface="Kyobo Handwriting 2019" panose="02020503000000000000" pitchFamily="18" charset="-127"/>
              </a:endParaRPr>
            </a:p>
          </p:txBody>
        </p:sp>
      </p:grpSp>
      <p:sp>
        <p:nvSpPr>
          <p:cNvPr id="8" name="TextBox 5"/>
          <p:cNvSpPr txBox="1"/>
          <p:nvPr/>
        </p:nvSpPr>
        <p:spPr>
          <a:xfrm>
            <a:off x="5207927" y="3025786"/>
            <a:ext cx="704432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lvl="0" indent="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lang="en-US" altLang="ko-KR" sz="4000" dirty="0">
                <a:latin typeface="Arial Black"/>
              </a:rPr>
              <a:t>WHAT</a:t>
            </a:r>
            <a:r>
              <a:rPr lang="en-US" altLang="ko-KR" sz="4000" dirty="0">
                <a:solidFill>
                  <a:schemeClr val="accent4">
                    <a:lumMod val="75000"/>
                  </a:schemeClr>
                </a:solidFill>
                <a:latin typeface="Arial Black"/>
              </a:rPr>
              <a:t> </a:t>
            </a:r>
            <a:r>
              <a:rPr lang="en-US" altLang="ko-KR" sz="4000" dirty="0">
                <a:solidFill>
                  <a:schemeClr val="accent4"/>
                </a:solidFill>
                <a:latin typeface="Arial Black"/>
              </a:rPr>
              <a:t>App</a:t>
            </a:r>
            <a:r>
              <a:rPr lang="en-US" altLang="ko-KR" sz="4000" dirty="0">
                <a:solidFill>
                  <a:schemeClr val="accent4">
                    <a:lumMod val="75000"/>
                  </a:schemeClr>
                </a:solidFill>
                <a:latin typeface="Arial Black"/>
              </a:rPr>
              <a:t> </a:t>
            </a:r>
            <a:r>
              <a:rPr lang="en-US" altLang="ko-KR" sz="4000" dirty="0">
                <a:latin typeface="Arial Black"/>
              </a:rPr>
              <a:t>DO ?</a:t>
            </a:r>
          </a:p>
          <a:p>
            <a:pPr lvl="0">
              <a:defRPr/>
            </a:pPr>
            <a:r>
              <a:rPr lang="en-US" altLang="ko-KR" sz="4000" dirty="0">
                <a:latin typeface="Arial Black"/>
              </a:rPr>
              <a:t>HOW </a:t>
            </a:r>
            <a:r>
              <a:rPr lang="en-US" altLang="ko-KR" sz="4000" dirty="0">
                <a:solidFill>
                  <a:schemeClr val="accent4"/>
                </a:solidFill>
                <a:latin typeface="Arial Black"/>
              </a:rPr>
              <a:t>To</a:t>
            </a:r>
            <a:r>
              <a:rPr lang="en-US" altLang="ko-KR" sz="4000" dirty="0">
                <a:latin typeface="Arial Black"/>
              </a:rPr>
              <a:t> DO ?</a:t>
            </a:r>
          </a:p>
          <a:p>
            <a:pPr lvl="0">
              <a:defRPr/>
            </a:pPr>
            <a:r>
              <a:rPr lang="en-US" altLang="ko-KR" sz="4000" dirty="0">
                <a:latin typeface="Arial Black"/>
              </a:rPr>
              <a:t>WHO </a:t>
            </a:r>
            <a:r>
              <a:rPr lang="en-US" altLang="ko-KR" sz="4000" dirty="0">
                <a:solidFill>
                  <a:schemeClr val="accent4"/>
                </a:solidFill>
                <a:latin typeface="Arial Black"/>
              </a:rPr>
              <a:t>We</a:t>
            </a:r>
            <a:r>
              <a:rPr lang="en-US" altLang="ko-KR" sz="4000" dirty="0">
                <a:latin typeface="Arial Black"/>
              </a:rPr>
              <a:t> ARE ?</a:t>
            </a:r>
          </a:p>
        </p:txBody>
      </p:sp>
      <p:sp>
        <p:nvSpPr>
          <p:cNvPr id="9" name="TextBox 11"/>
          <p:cNvSpPr txBox="1"/>
          <p:nvPr/>
        </p:nvSpPr>
        <p:spPr>
          <a:xfrm>
            <a:off x="5207928" y="2574475"/>
            <a:ext cx="1707172" cy="319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500">
                <a:latin typeface="바른돋움 2"/>
                <a:ea typeface="바른돋움 2"/>
              </a:rPr>
              <a:t>INDEX</a:t>
            </a:r>
          </a:p>
        </p:txBody>
      </p:sp>
      <p:sp>
        <p:nvSpPr>
          <p:cNvPr id="11" name="TextBox 1"/>
          <p:cNvSpPr txBox="1"/>
          <p:nvPr/>
        </p:nvSpPr>
        <p:spPr>
          <a:xfrm>
            <a:off x="350746" y="7372342"/>
            <a:ext cx="1748374" cy="269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>
                <a:solidFill>
                  <a:schemeClr val="lt1"/>
                </a:solidFill>
                <a:latin typeface="바른돋움 1"/>
                <a:ea typeface="바른돋움 1"/>
              </a:rPr>
              <a:t>KOAPPI IR 2021</a:t>
            </a:r>
          </a:p>
        </p:txBody>
      </p:sp>
      <p:sp>
        <p:nvSpPr>
          <p:cNvPr id="5" name="직사각형 5">
            <a:extLst>
              <a:ext uri="{FF2B5EF4-FFF2-40B4-BE49-F238E27FC236}">
                <a16:creationId xmlns:a16="http://schemas.microsoft.com/office/drawing/2014/main" id="{CEA06000-4578-0A74-8192-CAA8F2957DA9}"/>
              </a:ext>
            </a:extLst>
          </p:cNvPr>
          <p:cNvSpPr/>
          <p:nvPr/>
        </p:nvSpPr>
        <p:spPr>
          <a:xfrm>
            <a:off x="-523002" y="-278928"/>
            <a:ext cx="5244244" cy="8496944"/>
          </a:xfrm>
          <a:prstGeom prst="rect">
            <a:avLst/>
          </a:prstGeom>
          <a:solidFill>
            <a:srgbClr val="502962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pic>
        <p:nvPicPr>
          <p:cNvPr id="6" name="그림 5" descr="폰트, 텍스트, 로고, 그래픽이(가) 표시된 사진&#10;&#10;자동 생성된 설명">
            <a:extLst>
              <a:ext uri="{FF2B5EF4-FFF2-40B4-BE49-F238E27FC236}">
                <a16:creationId xmlns:a16="http://schemas.microsoft.com/office/drawing/2014/main" id="{10EBC5AB-B227-D4B8-3804-F27B822791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2047" y="293244"/>
            <a:ext cx="1744812" cy="47117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 descr="폰트, 그래픽, 노랑, 로고이(가) 표시된 사진&#10;&#10;자동 생성된 설명">
            <a:extLst>
              <a:ext uri="{FF2B5EF4-FFF2-40B4-BE49-F238E27FC236}">
                <a16:creationId xmlns:a16="http://schemas.microsoft.com/office/drawing/2014/main" id="{11E9C95B-71E8-3735-E029-23F04CA993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747" y="2910971"/>
            <a:ext cx="2605162" cy="770541"/>
          </a:xfrm>
          <a:prstGeom prst="rect">
            <a:avLst/>
          </a:prstGeom>
        </p:spPr>
      </p:pic>
      <p:pic>
        <p:nvPicPr>
          <p:cNvPr id="4" name="내용 개체 틀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508493" y="8747"/>
            <a:ext cx="2300494" cy="463997"/>
          </a:xfrm>
          <a:prstGeom prst="rect">
            <a:avLst/>
          </a:prstGeom>
        </p:spPr>
      </p:pic>
      <p:sp>
        <p:nvSpPr>
          <p:cNvPr id="12" name="직사각형 5"/>
          <p:cNvSpPr/>
          <p:nvPr/>
        </p:nvSpPr>
        <p:spPr>
          <a:xfrm>
            <a:off x="7564743" y="-134912"/>
            <a:ext cx="5244244" cy="8496944"/>
          </a:xfrm>
          <a:prstGeom prst="rect">
            <a:avLst/>
          </a:prstGeom>
          <a:solidFill>
            <a:srgbClr val="502962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sp>
        <p:nvSpPr>
          <p:cNvPr id="27" name="TextBox 6"/>
          <p:cNvSpPr txBox="1"/>
          <p:nvPr/>
        </p:nvSpPr>
        <p:spPr>
          <a:xfrm>
            <a:off x="479001" y="3644583"/>
            <a:ext cx="1090915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000" dirty="0">
                <a:latin typeface="Arial Black"/>
              </a:rPr>
              <a:t>WHAT </a:t>
            </a:r>
            <a:r>
              <a:rPr lang="en-US" altLang="ko-KR" sz="4000" b="1" dirty="0">
                <a:solidFill>
                  <a:srgbClr val="8064A2"/>
                </a:solidFill>
                <a:latin typeface="Arial Black"/>
              </a:rPr>
              <a:t>App</a:t>
            </a:r>
            <a:r>
              <a:rPr lang="en-US" altLang="ko-KR" sz="4000" dirty="0">
                <a:latin typeface="Arial Black"/>
              </a:rPr>
              <a:t> DO ?</a:t>
            </a:r>
          </a:p>
          <a:p>
            <a:pPr marL="342900" indent="-342900">
              <a:buAutoNum type="arabicPeriod"/>
              <a:defRPr/>
            </a:pPr>
            <a:r>
              <a:rPr lang="ko-KR" altLang="en-US" sz="1200" dirty="0">
                <a:latin typeface="바른돋움 2"/>
                <a:ea typeface="바른돋움 2"/>
                <a:cs typeface="바른돋움 3"/>
                <a:sym typeface="바른돋움 3"/>
              </a:rPr>
              <a:t>옹알옹알</a:t>
            </a:r>
            <a:r>
              <a:rPr lang="en-US" altLang="ko-KR" sz="1200" dirty="0">
                <a:latin typeface="바른돋움 2"/>
                <a:ea typeface="바른돋움 2"/>
                <a:cs typeface="바른돋움 3"/>
                <a:sym typeface="바른돋움 3"/>
              </a:rPr>
              <a:t>: </a:t>
            </a:r>
            <a:r>
              <a:rPr lang="ko-KR" altLang="en-US" sz="1200" dirty="0">
                <a:latin typeface="바른돋움 2"/>
                <a:ea typeface="바른돋움 2"/>
                <a:cs typeface="바른돋움 3"/>
                <a:sym typeface="바른돋움 3"/>
              </a:rPr>
              <a:t>사업 개요</a:t>
            </a:r>
          </a:p>
          <a:p>
            <a:pPr marL="342900" indent="-342900">
              <a:buAutoNum type="arabicPeriod"/>
              <a:defRPr/>
            </a:pPr>
            <a:r>
              <a:rPr lang="ko-KR" altLang="en-US" sz="1200" dirty="0">
                <a:latin typeface="바른돋움 2"/>
                <a:ea typeface="바른돋움 2"/>
                <a:cs typeface="바른돋움 3"/>
                <a:sym typeface="바른돋움 3"/>
              </a:rPr>
              <a:t>서비스 모델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노랑, 미소, 이모티콘, 클립아트이(가) 표시된 사진&#10;&#10;자동 생성된 설명">
            <a:extLst>
              <a:ext uri="{FF2B5EF4-FFF2-40B4-BE49-F238E27FC236}">
                <a16:creationId xmlns:a16="http://schemas.microsoft.com/office/drawing/2014/main" id="{8E09C1C2-7093-2A92-C6D3-226C1CB9EF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0152" y="2601392"/>
            <a:ext cx="1236795" cy="1236795"/>
          </a:xfrm>
          <a:prstGeom prst="rect">
            <a:avLst/>
          </a:prstGeom>
        </p:spPr>
      </p:pic>
      <p:pic>
        <p:nvPicPr>
          <p:cNvPr id="9" name="그림 8" descr="텍스트, 폰트, 로고, 스크린샷이(가) 표시된 사진&#10;&#10;자동 생성된 설명">
            <a:extLst>
              <a:ext uri="{FF2B5EF4-FFF2-40B4-BE49-F238E27FC236}">
                <a16:creationId xmlns:a16="http://schemas.microsoft.com/office/drawing/2014/main" id="{66C1FE5D-79A2-182B-DF5F-3062B08955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2047" y="302598"/>
            <a:ext cx="1682608" cy="45246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59331" y="4456757"/>
            <a:ext cx="8552360" cy="1298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14000"/>
              </a:lnSpc>
              <a:defRPr/>
            </a:pPr>
            <a:r>
              <a:rPr lang="ko-KR" altLang="en-US" sz="1400" b="1" dirty="0" err="1">
                <a:solidFill>
                  <a:srgbClr val="FBAB03"/>
                </a:solidFill>
                <a:latin typeface="바른돋움 1"/>
                <a:ea typeface="바른돋움 1"/>
              </a:rPr>
              <a:t>옹알옹알</a:t>
            </a:r>
            <a:r>
              <a:rPr lang="ko-KR" altLang="en-US" sz="1400" dirty="0" err="1">
                <a:latin typeface="바른돋움 1"/>
                <a:ea typeface="바른돋움 1"/>
              </a:rPr>
              <a:t>는</a:t>
            </a:r>
            <a:r>
              <a:rPr lang="ko-KR" altLang="en-US" sz="1400" dirty="0">
                <a:latin typeface="바른돋움 1"/>
                <a:ea typeface="바른돋움 1"/>
              </a:rPr>
              <a:t> 현대 부모의 육아 부담을 경감하고 아기의 발달을 체계적으로 지원하는 서비스입니다</a:t>
            </a:r>
            <a:r>
              <a:rPr lang="en-US" altLang="ko-KR" sz="1400" dirty="0">
                <a:latin typeface="바른돋움 1"/>
                <a:ea typeface="바른돋움 1"/>
              </a:rPr>
              <a:t>. </a:t>
            </a:r>
          </a:p>
          <a:p>
            <a:pPr lvl="0">
              <a:lnSpc>
                <a:spcPct val="114000"/>
              </a:lnSpc>
              <a:defRPr/>
            </a:pPr>
            <a:r>
              <a:rPr lang="ko-KR" altLang="en-US" sz="1400" dirty="0">
                <a:latin typeface="바른돋움 1"/>
                <a:ea typeface="바른돋움 1"/>
              </a:rPr>
              <a:t>이 앱은 아기 울음 분석</a:t>
            </a:r>
            <a:r>
              <a:rPr lang="en-US" altLang="ko-KR" sz="1400" dirty="0">
                <a:latin typeface="바른돋움 1"/>
                <a:ea typeface="바른돋움 1"/>
              </a:rPr>
              <a:t>, </a:t>
            </a:r>
            <a:r>
              <a:rPr lang="ko-KR" altLang="en-US" sz="1400" dirty="0">
                <a:latin typeface="바른돋움 1"/>
                <a:ea typeface="바른돋움 1"/>
              </a:rPr>
              <a:t>발달 단계 이해</a:t>
            </a:r>
            <a:r>
              <a:rPr lang="en-US" altLang="ko-KR" sz="1400" dirty="0">
                <a:latin typeface="바른돋움 1"/>
                <a:ea typeface="바른돋움 1"/>
              </a:rPr>
              <a:t>, </a:t>
            </a:r>
            <a:r>
              <a:rPr lang="ko-KR" altLang="en-US" sz="1400" dirty="0">
                <a:latin typeface="바른돋움 1"/>
                <a:ea typeface="바른돋움 1"/>
              </a:rPr>
              <a:t>건강 모니터링</a:t>
            </a:r>
            <a:r>
              <a:rPr lang="en-US" altLang="ko-KR" sz="1400" dirty="0">
                <a:latin typeface="바른돋움 1"/>
                <a:ea typeface="바른돋움 1"/>
              </a:rPr>
              <a:t>, </a:t>
            </a:r>
            <a:r>
              <a:rPr lang="ko-KR" altLang="en-US" sz="1400" dirty="0">
                <a:latin typeface="바른돋움 1"/>
                <a:ea typeface="바른돋움 1"/>
              </a:rPr>
              <a:t>사회적 </a:t>
            </a:r>
            <a:r>
              <a:rPr lang="ko-KR" altLang="en-US" sz="1400" dirty="0" err="1">
                <a:latin typeface="바른돋움 1"/>
                <a:ea typeface="바른돋움 1"/>
              </a:rPr>
              <a:t>지지망</a:t>
            </a:r>
            <a:r>
              <a:rPr lang="ko-KR" altLang="en-US" sz="1400" dirty="0">
                <a:latin typeface="바른돋움 1"/>
                <a:ea typeface="바른돋움 1"/>
              </a:rPr>
              <a:t> 구축을 통해 부모와 아기가 건강한 육아 생활을 영위할 수 있도록 설계되었습니다</a:t>
            </a:r>
            <a:r>
              <a:rPr lang="en-US" altLang="ko-KR" sz="1400" dirty="0">
                <a:latin typeface="바른돋움 1"/>
                <a:ea typeface="바른돋움 1"/>
              </a:rPr>
              <a:t>. </a:t>
            </a:r>
          </a:p>
          <a:p>
            <a:pPr lvl="0">
              <a:lnSpc>
                <a:spcPct val="114000"/>
              </a:lnSpc>
              <a:defRPr/>
            </a:pPr>
            <a:r>
              <a:rPr lang="ko-KR" altLang="en-US" sz="1400" b="1" dirty="0" err="1">
                <a:solidFill>
                  <a:srgbClr val="FBAB03"/>
                </a:solidFill>
                <a:latin typeface="바른돋움 1"/>
                <a:ea typeface="바른돋움 1"/>
              </a:rPr>
              <a:t>옹알옹알</a:t>
            </a:r>
            <a:r>
              <a:rPr lang="ko-KR" altLang="en-US" sz="1400" dirty="0" err="1">
                <a:latin typeface="바른돋움 1"/>
                <a:ea typeface="바른돋움 1"/>
              </a:rPr>
              <a:t>는</a:t>
            </a:r>
            <a:r>
              <a:rPr lang="ko-KR" altLang="en-US" sz="1400" dirty="0">
                <a:latin typeface="바른돋움 1"/>
                <a:ea typeface="바른돋움 1"/>
              </a:rPr>
              <a:t> 정보 접근성 향상과 커뮤니티 연결을 통해 부모가 육아 과정에서 겪는 고립감과 정보 부족 문제를 해결하고자 합니다</a:t>
            </a:r>
            <a:r>
              <a:rPr lang="en-US" altLang="ko-KR" sz="1400" dirty="0">
                <a:latin typeface="바른돋움 1"/>
                <a:ea typeface="바른돋움 1"/>
              </a:rPr>
              <a:t>.</a:t>
            </a:r>
          </a:p>
        </p:txBody>
      </p:sp>
      <p:sp>
        <p:nvSpPr>
          <p:cNvPr id="21" name="TextBox 4"/>
          <p:cNvSpPr txBox="1"/>
          <p:nvPr/>
        </p:nvSpPr>
        <p:spPr>
          <a:xfrm>
            <a:off x="366652" y="215903"/>
            <a:ext cx="2668572" cy="337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  <a:defRPr/>
            </a:pPr>
            <a:r>
              <a:rPr lang="en-US" altLang="ko-KR" sz="1600" dirty="0">
                <a:latin typeface="바른돋움 2"/>
                <a:ea typeface="바른돋움 2"/>
              </a:rPr>
              <a:t>1.</a:t>
            </a:r>
            <a:r>
              <a:rPr lang="ko-KR" altLang="en-US" sz="1600" dirty="0">
                <a:latin typeface="바른돋움 2"/>
                <a:ea typeface="바른돋움 2"/>
              </a:rPr>
              <a:t>  옹알옹알 </a:t>
            </a:r>
            <a:r>
              <a:rPr lang="en-US" altLang="ko-KR" sz="1600" dirty="0">
                <a:latin typeface="바른돋움 2"/>
                <a:ea typeface="바른돋움 2"/>
              </a:rPr>
              <a:t>;</a:t>
            </a:r>
            <a:r>
              <a:rPr lang="ko-KR" altLang="en-US" sz="1600" dirty="0">
                <a:latin typeface="바른돋움 2"/>
                <a:ea typeface="바른돋움 2"/>
              </a:rPr>
              <a:t> 사업개요</a:t>
            </a:r>
          </a:p>
        </p:txBody>
      </p:sp>
      <p:cxnSp>
        <p:nvCxnSpPr>
          <p:cNvPr id="22" name="직선 연결선 2"/>
          <p:cNvCxnSpPr/>
          <p:nvPr/>
        </p:nvCxnSpPr>
        <p:spPr>
          <a:xfrm>
            <a:off x="366652" y="601606"/>
            <a:ext cx="209231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9"/>
          <p:cNvSpPr txBox="1"/>
          <p:nvPr/>
        </p:nvSpPr>
        <p:spPr>
          <a:xfrm>
            <a:off x="407854" y="673614"/>
            <a:ext cx="133909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바른돋움 2"/>
                <a:ea typeface="바른돋움 2"/>
              </a:rPr>
              <a:t>옹알옹알 소개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D1960E-F53F-B3C4-52FF-C82AB3D2945A}"/>
              </a:ext>
            </a:extLst>
          </p:cNvPr>
          <p:cNvSpPr txBox="1"/>
          <p:nvPr/>
        </p:nvSpPr>
        <p:spPr>
          <a:xfrm>
            <a:off x="459331" y="3939927"/>
            <a:ext cx="25362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2400" b="1" dirty="0">
                <a:solidFill>
                  <a:schemeClr val="accent6"/>
                </a:solidFill>
                <a:latin typeface="Kyobo Handwriting 2019" panose="02020503000000000000" pitchFamily="18" charset="-127"/>
                <a:ea typeface="Kyobo Handwriting 2019" panose="02020503000000000000" pitchFamily="18" charset="-127"/>
              </a:rPr>
              <a:t>옹알옹알</a:t>
            </a:r>
            <a:r>
              <a:rPr kumimoji="1" lang="en-US" altLang="ko-KR" sz="2400" b="1" dirty="0">
                <a:solidFill>
                  <a:schemeClr val="accent6"/>
                </a:solidFill>
                <a:latin typeface="Kyobo Handwriting 2019" panose="02020503000000000000" pitchFamily="18" charset="-127"/>
                <a:ea typeface="Kyobo Handwriting 2019" panose="02020503000000000000" pitchFamily="18" charset="-127"/>
              </a:rPr>
              <a:t>.</a:t>
            </a:r>
            <a:r>
              <a:rPr kumimoji="1" lang="ko-KR" altLang="en-US" sz="2400" b="1" dirty="0">
                <a:solidFill>
                  <a:schemeClr val="accent6"/>
                </a:solidFill>
                <a:latin typeface="Kyobo Handwriting 2019" panose="02020503000000000000" pitchFamily="18" charset="-127"/>
                <a:ea typeface="Kyobo Handwriting 2019" panose="02020503000000000000" pitchFamily="18" charset="-127"/>
              </a:rPr>
              <a:t> 맡겨주세요</a:t>
            </a:r>
            <a:r>
              <a:rPr kumimoji="1" lang="en-US" altLang="ko-KR" sz="2400" b="1" dirty="0">
                <a:solidFill>
                  <a:schemeClr val="accent6"/>
                </a:solidFill>
                <a:latin typeface="Kyobo Handwriting 2019" panose="02020503000000000000" pitchFamily="18" charset="-127"/>
                <a:ea typeface="Kyobo Handwriting 2019" panose="02020503000000000000" pitchFamily="18" charset="-127"/>
              </a:rPr>
              <a:t>!</a:t>
            </a:r>
            <a:endParaRPr kumimoji="1" lang="ko-KR" altLang="en-US" sz="2400" b="1" dirty="0">
              <a:solidFill>
                <a:schemeClr val="accent6"/>
              </a:solidFill>
              <a:latin typeface="Kyobo Handwriting 2019" panose="02020503000000000000" pitchFamily="18" charset="-127"/>
              <a:ea typeface="Kyobo Handwriting 2019" panose="02020503000000000000" pitchFamily="18" charset="-127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0" name="TextBox 4"/>
          <p:cNvSpPr txBox="1"/>
          <p:nvPr/>
        </p:nvSpPr>
        <p:spPr>
          <a:xfrm>
            <a:off x="366652" y="215903"/>
            <a:ext cx="2668572" cy="337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  <a:defRPr/>
            </a:pPr>
            <a:r>
              <a:rPr lang="en-US" altLang="ko-KR" sz="1600">
                <a:latin typeface="바른돋움 2"/>
                <a:ea typeface="바른돋움 2"/>
              </a:rPr>
              <a:t>2.</a:t>
            </a:r>
            <a:r>
              <a:rPr lang="ko-KR" altLang="en-US" sz="1600">
                <a:latin typeface="바른돋움 2"/>
                <a:ea typeface="바른돋움 2"/>
              </a:rPr>
              <a:t>  서비스모델</a:t>
            </a:r>
          </a:p>
        </p:txBody>
      </p:sp>
      <p:cxnSp>
        <p:nvCxnSpPr>
          <p:cNvPr id="3221" name="직선 연결선 2"/>
          <p:cNvCxnSpPr/>
          <p:nvPr/>
        </p:nvCxnSpPr>
        <p:spPr>
          <a:xfrm>
            <a:off x="366652" y="601606"/>
            <a:ext cx="1668632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09" name="TextBox 9"/>
          <p:cNvSpPr txBox="1"/>
          <p:nvPr/>
        </p:nvSpPr>
        <p:spPr>
          <a:xfrm>
            <a:off x="407854" y="673614"/>
            <a:ext cx="2195322" cy="267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바른돋움 2"/>
                <a:ea typeface="바른돋움 2"/>
              </a:rPr>
              <a:t>와이어프레임</a:t>
            </a:r>
            <a:r>
              <a:rPr lang="en-US" altLang="ko-KR" sz="1200">
                <a:solidFill>
                  <a:schemeClr val="tx1">
                    <a:lumMod val="50000"/>
                    <a:lumOff val="50000"/>
                  </a:schemeClr>
                </a:solidFill>
                <a:latin typeface="바른돋움 2"/>
                <a:ea typeface="바른돋움 2"/>
              </a:rPr>
              <a:t>(APP)</a:t>
            </a:r>
            <a:endParaRPr lang="ko-KR" altLang="en-US" sz="1200">
              <a:solidFill>
                <a:schemeClr val="tx1">
                  <a:lumMod val="50000"/>
                  <a:lumOff val="50000"/>
                </a:schemeClr>
              </a:solidFill>
              <a:latin typeface="바른돋움 2"/>
              <a:ea typeface="바른돋움 2"/>
            </a:endParaRPr>
          </a:p>
        </p:txBody>
      </p:sp>
      <p:grpSp>
        <p:nvGrpSpPr>
          <p:cNvPr id="3559" name="그룹 3558"/>
          <p:cNvGrpSpPr/>
          <p:nvPr/>
        </p:nvGrpSpPr>
        <p:grpSpPr>
          <a:xfrm>
            <a:off x="226911" y="1593232"/>
            <a:ext cx="3240361" cy="5201714"/>
            <a:chOff x="226911" y="1593232"/>
            <a:chExt cx="3240361" cy="5201714"/>
          </a:xfrm>
        </p:grpSpPr>
        <p:cxnSp>
          <p:nvCxnSpPr>
            <p:cNvPr id="3557" name="직선 연결선 3556"/>
            <p:cNvCxnSpPr/>
            <p:nvPr/>
          </p:nvCxnSpPr>
          <p:spPr>
            <a:xfrm rot="16200000" flipH="1">
              <a:off x="-1819164" y="3999348"/>
              <a:ext cx="4524201" cy="0"/>
            </a:xfrm>
            <a:prstGeom prst="line">
              <a:avLst/>
            </a:prstGeom>
            <a:ln w="50800">
              <a:solidFill>
                <a:srgbClr val="50296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16" name="모서리가 둥근 직사각형 3515"/>
            <p:cNvSpPr/>
            <p:nvPr/>
          </p:nvSpPr>
          <p:spPr>
            <a:xfrm>
              <a:off x="231520" y="1596786"/>
              <a:ext cx="1507363" cy="36004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31750">
              <a:solidFill>
                <a:srgbClr val="502962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schemeClr val="dk1"/>
                </a:solidFill>
              </a:endParaRPr>
            </a:p>
          </p:txBody>
        </p:sp>
        <p:sp>
          <p:nvSpPr>
            <p:cNvPr id="3521" name="모서리가 둥근 직사각형 3520"/>
            <p:cNvSpPr/>
            <p:nvPr/>
          </p:nvSpPr>
          <p:spPr>
            <a:xfrm>
              <a:off x="226914" y="2745408"/>
              <a:ext cx="1808370" cy="36004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31750">
              <a:solidFill>
                <a:srgbClr val="502962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schemeClr val="dk1"/>
                </a:solidFill>
              </a:endParaRPr>
            </a:p>
          </p:txBody>
        </p:sp>
        <p:sp>
          <p:nvSpPr>
            <p:cNvPr id="3526" name="모서리가 둥근 직사각형 3525"/>
            <p:cNvSpPr/>
            <p:nvPr/>
          </p:nvSpPr>
          <p:spPr>
            <a:xfrm>
              <a:off x="226914" y="3969544"/>
              <a:ext cx="1314422" cy="36004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31750">
              <a:solidFill>
                <a:srgbClr val="502962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schemeClr val="dk1"/>
                </a:solidFill>
              </a:endParaRPr>
            </a:p>
          </p:txBody>
        </p:sp>
        <p:sp>
          <p:nvSpPr>
            <p:cNvPr id="3531" name="모서리가 둥근 직사각형 3530"/>
            <p:cNvSpPr/>
            <p:nvPr/>
          </p:nvSpPr>
          <p:spPr>
            <a:xfrm>
              <a:off x="226914" y="5049664"/>
              <a:ext cx="2067288" cy="36004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31750">
              <a:solidFill>
                <a:srgbClr val="502962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schemeClr val="dk1"/>
                </a:solidFill>
              </a:endParaRPr>
            </a:p>
          </p:txBody>
        </p:sp>
        <p:sp>
          <p:nvSpPr>
            <p:cNvPr id="3536" name="모서리가 둥근 직사각형 3535"/>
            <p:cNvSpPr/>
            <p:nvPr/>
          </p:nvSpPr>
          <p:spPr>
            <a:xfrm>
              <a:off x="226911" y="6083759"/>
              <a:ext cx="2156331" cy="36004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31750">
              <a:solidFill>
                <a:srgbClr val="502962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schemeClr val="dk1"/>
                </a:solidFill>
              </a:endParaRPr>
            </a:p>
          </p:txBody>
        </p:sp>
        <p:sp>
          <p:nvSpPr>
            <p:cNvPr id="3514" name="타원 27"/>
            <p:cNvSpPr/>
            <p:nvPr/>
          </p:nvSpPr>
          <p:spPr>
            <a:xfrm>
              <a:off x="303416" y="1659768"/>
              <a:ext cx="251638" cy="252031"/>
            </a:xfrm>
            <a:prstGeom prst="ellipse">
              <a:avLst/>
            </a:prstGeom>
            <a:solidFill>
              <a:srgbClr val="783E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200" b="1">
                  <a:solidFill>
                    <a:schemeClr val="lt1"/>
                  </a:solidFill>
                  <a:latin typeface="바른돋움 3"/>
                  <a:ea typeface="바른돋움 3"/>
                </a:rPr>
                <a:t>1</a:t>
              </a:r>
            </a:p>
          </p:txBody>
        </p:sp>
        <p:sp>
          <p:nvSpPr>
            <p:cNvPr id="3515" name="TextBox 4"/>
            <p:cNvSpPr txBox="1"/>
            <p:nvPr/>
          </p:nvSpPr>
          <p:spPr>
            <a:xfrm>
              <a:off x="590996" y="1593232"/>
              <a:ext cx="2376829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>
                <a:buNone/>
                <a:defRPr/>
              </a:pPr>
              <a:r>
                <a:rPr lang="ko-KR" altLang="en-US" sz="1700" b="1" dirty="0">
                  <a:solidFill>
                    <a:srgbClr val="502962"/>
                  </a:solidFill>
                  <a:latin typeface="바른돋움 3"/>
                  <a:ea typeface="바른돋움 3"/>
                </a:rPr>
                <a:t>커뮤니티</a:t>
              </a:r>
              <a:endParaRPr lang="en-US" altLang="ko-KR" sz="1700" b="1" dirty="0">
                <a:solidFill>
                  <a:srgbClr val="502962"/>
                </a:solidFill>
                <a:latin typeface="바른돋움 3"/>
                <a:ea typeface="바른돋움 3"/>
              </a:endParaRPr>
            </a:p>
          </p:txBody>
        </p:sp>
        <p:sp>
          <p:nvSpPr>
            <p:cNvPr id="3517" name="TextBox 3516"/>
            <p:cNvSpPr txBox="1"/>
            <p:nvPr/>
          </p:nvSpPr>
          <p:spPr>
            <a:xfrm>
              <a:off x="519550" y="2015584"/>
              <a:ext cx="2947722" cy="4924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300" dirty="0">
                  <a:solidFill>
                    <a:schemeClr val="dk1"/>
                  </a:solidFill>
                  <a:latin typeface="바른돋움 1"/>
                  <a:ea typeface="바른돋움 1"/>
                </a:rPr>
                <a:t>최신 육아 정보</a:t>
              </a:r>
              <a:r>
                <a:rPr lang="en-US" altLang="ko-KR" sz="1300" dirty="0">
                  <a:solidFill>
                    <a:schemeClr val="dk1"/>
                  </a:solidFill>
                  <a:latin typeface="바른돋움 1"/>
                  <a:ea typeface="바른돋움 1"/>
                </a:rPr>
                <a:t>,</a:t>
              </a:r>
              <a:r>
                <a:rPr lang="ko-KR" altLang="en-US" sz="1300" dirty="0">
                  <a:solidFill>
                    <a:schemeClr val="dk1"/>
                  </a:solidFill>
                  <a:latin typeface="바른돋움 1"/>
                  <a:ea typeface="바른돋움 1"/>
                </a:rPr>
                <a:t> 전문가 조언</a:t>
              </a:r>
              <a:endParaRPr lang="en-US" altLang="ko-KR" sz="1300" dirty="0">
                <a:solidFill>
                  <a:schemeClr val="dk1"/>
                </a:solidFill>
                <a:latin typeface="바른돋움 1"/>
                <a:ea typeface="바른돋움 1"/>
              </a:endParaRPr>
            </a:p>
            <a:p>
              <a:pPr>
                <a:defRPr/>
              </a:pPr>
              <a:r>
                <a:rPr lang="ko-KR" altLang="en-US" sz="1300" dirty="0">
                  <a:solidFill>
                    <a:schemeClr val="dk1"/>
                  </a:solidFill>
                  <a:latin typeface="바른돋움 1"/>
                  <a:ea typeface="바른돋움 1"/>
                </a:rPr>
                <a:t>육아 용품 </a:t>
              </a:r>
              <a:r>
                <a:rPr lang="ko-KR" altLang="en-US" sz="1300" b="1" dirty="0">
                  <a:solidFill>
                    <a:schemeClr val="dk1"/>
                  </a:solidFill>
                  <a:latin typeface="바른돋움 1"/>
                  <a:ea typeface="바른돋움 1"/>
                </a:rPr>
                <a:t>정보 획득</a:t>
              </a:r>
              <a:r>
                <a:rPr lang="ko-KR" altLang="en-US" sz="1300" dirty="0">
                  <a:solidFill>
                    <a:schemeClr val="dk1"/>
                  </a:solidFill>
                  <a:latin typeface="바른돋움 1"/>
                  <a:ea typeface="바른돋움 1"/>
                </a:rPr>
                <a:t> 가능</a:t>
              </a:r>
            </a:p>
          </p:txBody>
        </p:sp>
        <p:sp>
          <p:nvSpPr>
            <p:cNvPr id="3519" name="타원 27"/>
            <p:cNvSpPr/>
            <p:nvPr/>
          </p:nvSpPr>
          <p:spPr>
            <a:xfrm>
              <a:off x="298810" y="2811896"/>
              <a:ext cx="251638" cy="252031"/>
            </a:xfrm>
            <a:prstGeom prst="ellipse">
              <a:avLst/>
            </a:prstGeom>
            <a:solidFill>
              <a:srgbClr val="783E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200" b="1">
                  <a:solidFill>
                    <a:schemeClr val="lt1"/>
                  </a:solidFill>
                  <a:latin typeface="바른돋움 3"/>
                  <a:ea typeface="바른돋움 3"/>
                </a:rPr>
                <a:t>2</a:t>
              </a:r>
            </a:p>
          </p:txBody>
        </p:sp>
        <p:sp>
          <p:nvSpPr>
            <p:cNvPr id="3520" name="TextBox 4"/>
            <p:cNvSpPr txBox="1"/>
            <p:nvPr/>
          </p:nvSpPr>
          <p:spPr>
            <a:xfrm>
              <a:off x="586391" y="2745360"/>
              <a:ext cx="2376828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>
                <a:buNone/>
                <a:defRPr/>
              </a:pPr>
              <a:r>
                <a:rPr lang="en-US" altLang="ko-KR" sz="1700" b="1" dirty="0">
                  <a:solidFill>
                    <a:srgbClr val="502962"/>
                  </a:solidFill>
                  <a:latin typeface="바른돋움 3"/>
                  <a:ea typeface="바른돋움 3"/>
                </a:rPr>
                <a:t>AI </a:t>
              </a:r>
              <a:r>
                <a:rPr lang="ko-KR" altLang="en-US" sz="1700" b="1" dirty="0">
                  <a:solidFill>
                    <a:srgbClr val="502962"/>
                  </a:solidFill>
                  <a:latin typeface="바른돋움 3"/>
                  <a:ea typeface="바른돋움 3"/>
                </a:rPr>
                <a:t>울음 분석</a:t>
              </a:r>
              <a:endParaRPr lang="en-US" altLang="ko-KR" sz="1700" b="1" dirty="0">
                <a:solidFill>
                  <a:srgbClr val="502962"/>
                </a:solidFill>
                <a:latin typeface="바른돋움 3"/>
                <a:ea typeface="바른돋움 3"/>
              </a:endParaRPr>
            </a:p>
          </p:txBody>
        </p:sp>
        <p:sp>
          <p:nvSpPr>
            <p:cNvPr id="3522" name="TextBox 3521"/>
            <p:cNvSpPr txBox="1"/>
            <p:nvPr/>
          </p:nvSpPr>
          <p:spPr>
            <a:xfrm>
              <a:off x="514944" y="3189069"/>
              <a:ext cx="2947722" cy="4924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300" dirty="0">
                  <a:solidFill>
                    <a:schemeClr val="dk1"/>
                  </a:solidFill>
                  <a:latin typeface="바른돋움 1"/>
                  <a:ea typeface="바른돋움 1"/>
                </a:rPr>
                <a:t>실시간 울음 감지 및 원인 분석</a:t>
              </a:r>
              <a:endParaRPr lang="en-US" altLang="ko-KR" sz="1300" dirty="0">
                <a:solidFill>
                  <a:schemeClr val="dk1"/>
                </a:solidFill>
                <a:latin typeface="바른돋움 1"/>
                <a:ea typeface="바른돋움 1"/>
              </a:endParaRPr>
            </a:p>
            <a:p>
              <a:pPr>
                <a:defRPr/>
              </a:pPr>
              <a:r>
                <a:rPr lang="ko-KR" altLang="en-US" sz="1300" b="1" dirty="0">
                  <a:solidFill>
                    <a:schemeClr val="dk1"/>
                  </a:solidFill>
                  <a:latin typeface="바른돋움 1"/>
                  <a:ea typeface="바른돋움 1"/>
                </a:rPr>
                <a:t>아기의 욕구 파악 가능</a:t>
              </a:r>
              <a:endParaRPr lang="en-US" altLang="ko-KR" sz="1300" b="1" dirty="0">
                <a:solidFill>
                  <a:schemeClr val="dk1"/>
                </a:solidFill>
                <a:latin typeface="바른돋움 1"/>
                <a:ea typeface="바른돋움 1"/>
              </a:endParaRPr>
            </a:p>
          </p:txBody>
        </p:sp>
        <p:sp>
          <p:nvSpPr>
            <p:cNvPr id="3524" name="타원 27"/>
            <p:cNvSpPr/>
            <p:nvPr/>
          </p:nvSpPr>
          <p:spPr>
            <a:xfrm>
              <a:off x="298810" y="4032526"/>
              <a:ext cx="251638" cy="252031"/>
            </a:xfrm>
            <a:prstGeom prst="ellipse">
              <a:avLst/>
            </a:prstGeom>
            <a:solidFill>
              <a:srgbClr val="783E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200" b="1">
                  <a:solidFill>
                    <a:schemeClr val="lt1"/>
                  </a:solidFill>
                  <a:latin typeface="바른돋움 3"/>
                  <a:ea typeface="바른돋움 3"/>
                </a:rPr>
                <a:t>3</a:t>
              </a:r>
            </a:p>
          </p:txBody>
        </p:sp>
        <p:sp>
          <p:nvSpPr>
            <p:cNvPr id="3525" name="TextBox 4"/>
            <p:cNvSpPr txBox="1"/>
            <p:nvPr/>
          </p:nvSpPr>
          <p:spPr>
            <a:xfrm>
              <a:off x="586391" y="3965990"/>
              <a:ext cx="2376828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>
                <a:buNone/>
                <a:defRPr/>
              </a:pPr>
              <a:r>
                <a:rPr lang="en-US" altLang="ko-KR" sz="1700" b="1" dirty="0">
                  <a:solidFill>
                    <a:srgbClr val="502962"/>
                  </a:solidFill>
                  <a:latin typeface="바른돋움 3"/>
                  <a:ea typeface="바른돋움 3"/>
                </a:rPr>
                <a:t>AI</a:t>
              </a:r>
              <a:r>
                <a:rPr lang="ko-KR" altLang="en-US" sz="1700" b="1" dirty="0">
                  <a:solidFill>
                    <a:srgbClr val="502962"/>
                  </a:solidFill>
                  <a:latin typeface="바른돋움 3"/>
                  <a:ea typeface="바른돋움 3"/>
                </a:rPr>
                <a:t> 의사</a:t>
              </a:r>
              <a:endParaRPr lang="en-US" altLang="ko-KR" sz="1700" b="1" dirty="0">
                <a:solidFill>
                  <a:srgbClr val="502962"/>
                </a:solidFill>
                <a:latin typeface="바른돋움 3"/>
                <a:ea typeface="바른돋움 3"/>
              </a:endParaRPr>
            </a:p>
          </p:txBody>
        </p:sp>
        <p:sp>
          <p:nvSpPr>
            <p:cNvPr id="3527" name="TextBox 3526"/>
            <p:cNvSpPr txBox="1"/>
            <p:nvPr/>
          </p:nvSpPr>
          <p:spPr>
            <a:xfrm>
              <a:off x="514944" y="4418360"/>
              <a:ext cx="2947722" cy="4924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300" dirty="0">
                  <a:solidFill>
                    <a:schemeClr val="dk1"/>
                  </a:solidFill>
                  <a:latin typeface="바른돋움 1"/>
                  <a:ea typeface="바른돋움 1"/>
                </a:rPr>
                <a:t>원인 불명 긴급 상황</a:t>
              </a:r>
              <a:endParaRPr lang="en-US" altLang="ko-KR" sz="1300" dirty="0">
                <a:solidFill>
                  <a:schemeClr val="dk1"/>
                </a:solidFill>
                <a:latin typeface="바른돋움 1"/>
                <a:ea typeface="바른돋움 1"/>
              </a:endParaRPr>
            </a:p>
            <a:p>
              <a:pPr>
                <a:defRPr/>
              </a:pPr>
              <a:r>
                <a:rPr lang="ko-KR" altLang="en-US" sz="1300" b="1" dirty="0">
                  <a:solidFill>
                    <a:schemeClr val="dk1"/>
                  </a:solidFill>
                  <a:latin typeface="바른돋움 1"/>
                  <a:ea typeface="바른돋움 1"/>
                </a:rPr>
                <a:t>대응 및 병원 연계</a:t>
              </a:r>
            </a:p>
          </p:txBody>
        </p:sp>
        <p:sp>
          <p:nvSpPr>
            <p:cNvPr id="3529" name="타원 27"/>
            <p:cNvSpPr/>
            <p:nvPr/>
          </p:nvSpPr>
          <p:spPr>
            <a:xfrm>
              <a:off x="298810" y="5116153"/>
              <a:ext cx="251638" cy="252031"/>
            </a:xfrm>
            <a:prstGeom prst="ellipse">
              <a:avLst/>
            </a:prstGeom>
            <a:solidFill>
              <a:srgbClr val="783E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200" b="1">
                  <a:solidFill>
                    <a:schemeClr val="lt1"/>
                  </a:solidFill>
                  <a:latin typeface="바른돋움 3"/>
                  <a:ea typeface="바른돋움 3"/>
                </a:rPr>
                <a:t>4</a:t>
              </a:r>
            </a:p>
          </p:txBody>
        </p:sp>
        <p:sp>
          <p:nvSpPr>
            <p:cNvPr id="3530" name="TextBox 4"/>
            <p:cNvSpPr txBox="1"/>
            <p:nvPr/>
          </p:nvSpPr>
          <p:spPr>
            <a:xfrm>
              <a:off x="586391" y="5049616"/>
              <a:ext cx="2376828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>
                <a:buNone/>
                <a:defRPr/>
              </a:pPr>
              <a:r>
                <a:rPr lang="ko-KR" altLang="en-US" sz="1700" b="1" dirty="0">
                  <a:solidFill>
                    <a:srgbClr val="502962"/>
                  </a:solidFill>
                  <a:latin typeface="바른돋움 3"/>
                  <a:ea typeface="바른돋움 3"/>
                </a:rPr>
                <a:t>성장 기록 관리</a:t>
              </a:r>
              <a:endParaRPr lang="en-US" altLang="ko-KR" sz="1700" b="1" dirty="0">
                <a:solidFill>
                  <a:srgbClr val="502962"/>
                </a:solidFill>
                <a:latin typeface="바른돋움 3"/>
                <a:ea typeface="바른돋움 3"/>
              </a:endParaRPr>
            </a:p>
          </p:txBody>
        </p:sp>
        <p:sp>
          <p:nvSpPr>
            <p:cNvPr id="3532" name="TextBox 3531"/>
            <p:cNvSpPr txBox="1"/>
            <p:nvPr/>
          </p:nvSpPr>
          <p:spPr>
            <a:xfrm>
              <a:off x="514944" y="5471968"/>
              <a:ext cx="2947722" cy="4924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300" dirty="0">
                  <a:solidFill>
                    <a:schemeClr val="dk1"/>
                  </a:solidFill>
                  <a:latin typeface="바른돋움 1"/>
                  <a:ea typeface="바른돋움 1"/>
                </a:rPr>
                <a:t>아기의 </a:t>
              </a:r>
              <a:r>
                <a:rPr lang="ko-KR" altLang="en-US" sz="1300" b="1" dirty="0">
                  <a:solidFill>
                    <a:schemeClr val="dk1"/>
                  </a:solidFill>
                  <a:latin typeface="바른돋움 1"/>
                  <a:ea typeface="바른돋움 1"/>
                </a:rPr>
                <a:t>발달 상의 이상 징후</a:t>
              </a:r>
              <a:endParaRPr lang="en-US" altLang="ko-KR" sz="1300" b="1" dirty="0">
                <a:solidFill>
                  <a:schemeClr val="dk1"/>
                </a:solidFill>
                <a:latin typeface="바른돋움 1"/>
                <a:ea typeface="바른돋움 1"/>
              </a:endParaRPr>
            </a:p>
            <a:p>
              <a:pPr>
                <a:defRPr/>
              </a:pPr>
              <a:r>
                <a:rPr lang="ko-KR" altLang="en-US" sz="1300" dirty="0">
                  <a:solidFill>
                    <a:schemeClr val="dk1"/>
                  </a:solidFill>
                  <a:latin typeface="바른돋움 1"/>
                  <a:ea typeface="바른돋움 1"/>
                </a:rPr>
                <a:t>조기 발견 가능</a:t>
              </a:r>
              <a:r>
                <a:rPr lang="en-US" altLang="ko-KR" sz="1300" dirty="0">
                  <a:solidFill>
                    <a:schemeClr val="dk1"/>
                  </a:solidFill>
                  <a:latin typeface="바른돋움 1"/>
                  <a:ea typeface="바른돋움 1"/>
                </a:rPr>
                <a:t>.</a:t>
              </a:r>
              <a:endParaRPr lang="ko-KR" altLang="en-US" sz="1300" dirty="0">
                <a:solidFill>
                  <a:schemeClr val="dk1"/>
                </a:solidFill>
                <a:latin typeface="바른돋움 1"/>
                <a:ea typeface="바른돋움 1"/>
              </a:endParaRPr>
            </a:p>
          </p:txBody>
        </p:sp>
        <p:sp>
          <p:nvSpPr>
            <p:cNvPr id="3534" name="타원 27"/>
            <p:cNvSpPr/>
            <p:nvPr/>
          </p:nvSpPr>
          <p:spPr>
            <a:xfrm>
              <a:off x="298808" y="6146742"/>
              <a:ext cx="251638" cy="252031"/>
            </a:xfrm>
            <a:prstGeom prst="ellipse">
              <a:avLst/>
            </a:prstGeom>
            <a:solidFill>
              <a:srgbClr val="783E9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en-US" altLang="ko-KR" sz="1200" b="1">
                  <a:solidFill>
                    <a:schemeClr val="lt1"/>
                  </a:solidFill>
                  <a:latin typeface="바른돋움 3"/>
                  <a:ea typeface="바른돋움 3"/>
                </a:rPr>
                <a:t>5</a:t>
              </a:r>
            </a:p>
          </p:txBody>
        </p:sp>
        <p:sp>
          <p:nvSpPr>
            <p:cNvPr id="3535" name="TextBox 4"/>
            <p:cNvSpPr txBox="1"/>
            <p:nvPr/>
          </p:nvSpPr>
          <p:spPr>
            <a:xfrm>
              <a:off x="586389" y="6080205"/>
              <a:ext cx="2376828" cy="3539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indent="0">
                <a:buNone/>
                <a:defRPr/>
              </a:pPr>
              <a:r>
                <a:rPr lang="ko-KR" altLang="en-US" sz="1700" b="1" dirty="0">
                  <a:solidFill>
                    <a:srgbClr val="502962"/>
                  </a:solidFill>
                  <a:latin typeface="바른돋움 3"/>
                  <a:ea typeface="바른돋움 3"/>
                </a:rPr>
                <a:t>채팅</a:t>
              </a:r>
              <a:r>
                <a:rPr lang="en-US" altLang="ko-KR" sz="1700" b="1" dirty="0">
                  <a:solidFill>
                    <a:srgbClr val="502962"/>
                  </a:solidFill>
                  <a:latin typeface="바른돋움 3"/>
                  <a:ea typeface="바른돋움 3"/>
                </a:rPr>
                <a:t>&amp;</a:t>
              </a:r>
              <a:r>
                <a:rPr lang="ko-KR" altLang="en-US" sz="1700" b="1" dirty="0">
                  <a:solidFill>
                    <a:srgbClr val="502962"/>
                  </a:solidFill>
                  <a:latin typeface="바른돋움 3"/>
                  <a:ea typeface="바른돋움 3"/>
                </a:rPr>
                <a:t>화상연결</a:t>
              </a:r>
              <a:endParaRPr lang="en-US" altLang="ko-KR" sz="1700" b="1" dirty="0">
                <a:solidFill>
                  <a:srgbClr val="502962"/>
                </a:solidFill>
                <a:latin typeface="바른돋움 3"/>
                <a:ea typeface="바른돋움 3"/>
              </a:endParaRPr>
            </a:p>
          </p:txBody>
        </p:sp>
        <p:sp>
          <p:nvSpPr>
            <p:cNvPr id="3537" name="TextBox 3536"/>
            <p:cNvSpPr txBox="1"/>
            <p:nvPr/>
          </p:nvSpPr>
          <p:spPr>
            <a:xfrm>
              <a:off x="514941" y="6502558"/>
              <a:ext cx="2947722" cy="2923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ko-KR" altLang="en-US" sz="1300" dirty="0">
                  <a:solidFill>
                    <a:schemeClr val="dk1"/>
                  </a:solidFill>
                  <a:latin typeface="바른돋움 1"/>
                  <a:ea typeface="바른돋움 1"/>
                </a:rPr>
                <a:t>실시간 </a:t>
              </a:r>
              <a:r>
                <a:rPr lang="ko-KR" altLang="en-US" sz="1300" b="1" dirty="0">
                  <a:solidFill>
                    <a:schemeClr val="dk1"/>
                  </a:solidFill>
                  <a:latin typeface="바른돋움 1"/>
                  <a:ea typeface="바른돋움 1"/>
                </a:rPr>
                <a:t>소통</a:t>
              </a:r>
              <a:r>
                <a:rPr lang="ko-KR" altLang="en-US" sz="1300" dirty="0">
                  <a:solidFill>
                    <a:schemeClr val="dk1"/>
                  </a:solidFill>
                  <a:latin typeface="바른돋움 1"/>
                  <a:ea typeface="바른돋움 1"/>
                </a:rPr>
                <a:t> 가능</a:t>
              </a:r>
              <a:r>
                <a:rPr lang="en-US" altLang="ko-KR" sz="1300" dirty="0">
                  <a:solidFill>
                    <a:schemeClr val="dk1"/>
                  </a:solidFill>
                  <a:latin typeface="바른돋움 1"/>
                  <a:ea typeface="바른돋움 1"/>
                </a:rPr>
                <a:t>.</a:t>
              </a:r>
              <a:endParaRPr lang="ko-KR" altLang="en-US" sz="1300" dirty="0">
                <a:solidFill>
                  <a:schemeClr val="dk1"/>
                </a:solidFill>
                <a:latin typeface="바른돋움 1"/>
                <a:ea typeface="바른돋움 1"/>
              </a:endParaRPr>
            </a:p>
          </p:txBody>
        </p:sp>
      </p:grpSp>
      <p:grpSp>
        <p:nvGrpSpPr>
          <p:cNvPr id="2" name="그룹 1"/>
          <p:cNvGrpSpPr/>
          <p:nvPr/>
        </p:nvGrpSpPr>
        <p:grpSpPr>
          <a:xfrm>
            <a:off x="8435823" y="-279699"/>
            <a:ext cx="4645476" cy="8497715"/>
            <a:chOff x="8435824" y="0"/>
            <a:chExt cx="4115344" cy="7938992"/>
          </a:xfrm>
        </p:grpSpPr>
        <p:sp>
          <p:nvSpPr>
            <p:cNvPr id="3539" name="직사각형 5"/>
            <p:cNvSpPr/>
            <p:nvPr/>
          </p:nvSpPr>
          <p:spPr>
            <a:xfrm>
              <a:off x="9659960" y="0"/>
              <a:ext cx="2891208" cy="7938991"/>
            </a:xfrm>
            <a:prstGeom prst="rect">
              <a:avLst/>
            </a:prstGeom>
            <a:solidFill>
              <a:srgbClr val="502962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ko-KR"/>
            </a:p>
          </p:txBody>
        </p:sp>
        <p:sp>
          <p:nvSpPr>
            <p:cNvPr id="3542" name="이등변 삼각형 3541"/>
            <p:cNvSpPr/>
            <p:nvPr/>
          </p:nvSpPr>
          <p:spPr>
            <a:xfrm>
              <a:off x="8435824" y="0"/>
              <a:ext cx="1800200" cy="7938992"/>
            </a:xfrm>
            <a:prstGeom prst="triangle">
              <a:avLst>
                <a:gd name="adj" fmla="val 67901"/>
              </a:avLst>
            </a:prstGeom>
            <a:solidFill>
              <a:srgbClr val="502962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ko-KR"/>
            </a:p>
          </p:txBody>
        </p:sp>
      </p:grpSp>
      <p:sp>
        <p:nvSpPr>
          <p:cNvPr id="3538" name="TextBox 3537"/>
          <p:cNvSpPr txBox="1"/>
          <p:nvPr/>
        </p:nvSpPr>
        <p:spPr>
          <a:xfrm>
            <a:off x="8723659" y="5481712"/>
            <a:ext cx="377851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ko-KR" altLang="en-US" sz="4000" b="1" dirty="0">
                <a:solidFill>
                  <a:schemeClr val="lt1"/>
                </a:solidFill>
                <a:latin typeface="Arial Black"/>
              </a:rPr>
              <a:t>아기가</a:t>
            </a:r>
            <a:endParaRPr lang="en-US" altLang="ko-KR" sz="4000" b="1" dirty="0">
              <a:solidFill>
                <a:schemeClr val="lt1"/>
              </a:solidFill>
              <a:latin typeface="Arial Black"/>
            </a:endParaRPr>
          </a:p>
          <a:p>
            <a:pPr algn="r">
              <a:defRPr/>
            </a:pPr>
            <a:r>
              <a:rPr lang="ko-KR" altLang="en-US" sz="4000" b="1" dirty="0">
                <a:solidFill>
                  <a:schemeClr val="lt1"/>
                </a:solidFill>
                <a:latin typeface="Arial Black"/>
              </a:rPr>
              <a:t>세상에서 제일</a:t>
            </a:r>
            <a:endParaRPr lang="en-US" altLang="ko-KR" sz="4000" b="1" dirty="0">
              <a:solidFill>
                <a:schemeClr val="lt1"/>
              </a:solidFill>
              <a:latin typeface="Arial Black"/>
            </a:endParaRPr>
          </a:p>
          <a:p>
            <a:pPr algn="r">
              <a:defRPr/>
            </a:pPr>
            <a:r>
              <a:rPr lang="ko-KR" altLang="en-US" sz="4000" b="1" dirty="0">
                <a:solidFill>
                  <a:schemeClr val="lt1"/>
                </a:solidFill>
                <a:latin typeface="Arial Black"/>
              </a:rPr>
              <a:t>중요하거든요</a:t>
            </a:r>
            <a:r>
              <a:rPr lang="en-US" altLang="ko-KR" sz="4000" b="1" dirty="0">
                <a:solidFill>
                  <a:schemeClr val="lt1"/>
                </a:solidFill>
                <a:latin typeface="Arial Black"/>
              </a:rPr>
              <a:t>!</a:t>
            </a:r>
          </a:p>
        </p:txBody>
      </p:sp>
      <p:grpSp>
        <p:nvGrpSpPr>
          <p:cNvPr id="3551" name="그룹 3550"/>
          <p:cNvGrpSpPr/>
          <p:nvPr/>
        </p:nvGrpSpPr>
        <p:grpSpPr>
          <a:xfrm>
            <a:off x="8420019" y="504942"/>
            <a:ext cx="670926" cy="831512"/>
            <a:chOff x="8312886" y="1299004"/>
            <a:chExt cx="670926" cy="831512"/>
          </a:xfrm>
        </p:grpSpPr>
        <p:sp>
          <p:nvSpPr>
            <p:cNvPr id="3548" name="이등변 삼각형 3547"/>
            <p:cNvSpPr/>
            <p:nvPr/>
          </p:nvSpPr>
          <p:spPr>
            <a:xfrm rot="12603054">
              <a:off x="8592208" y="1489562"/>
              <a:ext cx="391603" cy="640955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3549" name="이등변 삼각형 3548"/>
            <p:cNvSpPr/>
            <p:nvPr/>
          </p:nvSpPr>
          <p:spPr>
            <a:xfrm rot="10190566">
              <a:off x="8312886" y="1299004"/>
              <a:ext cx="391603" cy="640955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grpSp>
        <p:nvGrpSpPr>
          <p:cNvPr id="3" name="그룹 2">
            <a:extLst>
              <a:ext uri="{FF2B5EF4-FFF2-40B4-BE49-F238E27FC236}">
                <a16:creationId xmlns:a16="http://schemas.microsoft.com/office/drawing/2014/main" id="{A190FD04-E4F9-A722-B7E2-070F00F7548B}"/>
              </a:ext>
            </a:extLst>
          </p:cNvPr>
          <p:cNvGrpSpPr/>
          <p:nvPr/>
        </p:nvGrpSpPr>
        <p:grpSpPr>
          <a:xfrm>
            <a:off x="2963019" y="1134258"/>
            <a:ext cx="2727927" cy="5787614"/>
            <a:chOff x="3323256" y="1233190"/>
            <a:chExt cx="2952369" cy="6263794"/>
          </a:xfrm>
        </p:grpSpPr>
        <p:sp>
          <p:nvSpPr>
            <p:cNvPr id="4" name="모서리가 둥근 직사각형 2">
              <a:extLst>
                <a:ext uri="{FF2B5EF4-FFF2-40B4-BE49-F238E27FC236}">
                  <a16:creationId xmlns:a16="http://schemas.microsoft.com/office/drawing/2014/main" id="{9A707502-10B0-B57A-8DCA-4EDC1EA2B90A}"/>
                </a:ext>
              </a:extLst>
            </p:cNvPr>
            <p:cNvSpPr/>
            <p:nvPr/>
          </p:nvSpPr>
          <p:spPr>
            <a:xfrm>
              <a:off x="3323256" y="1233192"/>
              <a:ext cx="2952369" cy="6263792"/>
            </a:xfrm>
            <a:prstGeom prst="roundRect">
              <a:avLst>
                <a:gd name="adj" fmla="val 1059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5" name="모서리가 둥근 직사각형 4">
              <a:extLst>
                <a:ext uri="{FF2B5EF4-FFF2-40B4-BE49-F238E27FC236}">
                  <a16:creationId xmlns:a16="http://schemas.microsoft.com/office/drawing/2014/main" id="{02E4EA7E-3022-5FC0-8F1D-DC485922BF7D}"/>
                </a:ext>
              </a:extLst>
            </p:cNvPr>
            <p:cNvSpPr/>
            <p:nvPr/>
          </p:nvSpPr>
          <p:spPr>
            <a:xfrm>
              <a:off x="3415067" y="1233190"/>
              <a:ext cx="2768746" cy="6122100"/>
            </a:xfrm>
            <a:prstGeom prst="roundRect">
              <a:avLst>
                <a:gd name="adj" fmla="val 8551"/>
              </a:avLst>
            </a:prstGeom>
            <a:blipFill>
              <a:blip r:embed="rId3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dirty="0"/>
            </a:p>
          </p:txBody>
        </p:sp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56F24377-E3C2-9D88-6687-13F3FF573872}"/>
              </a:ext>
            </a:extLst>
          </p:cNvPr>
          <p:cNvGrpSpPr/>
          <p:nvPr/>
        </p:nvGrpSpPr>
        <p:grpSpPr>
          <a:xfrm>
            <a:off x="5865115" y="1134258"/>
            <a:ext cx="2727927" cy="5787614"/>
            <a:chOff x="8707705" y="1007332"/>
            <a:chExt cx="2952369" cy="6263794"/>
          </a:xfrm>
        </p:grpSpPr>
        <p:sp>
          <p:nvSpPr>
            <p:cNvPr id="7" name="모서리가 둥근 직사각형 2">
              <a:extLst>
                <a:ext uri="{FF2B5EF4-FFF2-40B4-BE49-F238E27FC236}">
                  <a16:creationId xmlns:a16="http://schemas.microsoft.com/office/drawing/2014/main" id="{5638D450-F9F1-3774-E3B0-3810613DCE27}"/>
                </a:ext>
              </a:extLst>
            </p:cNvPr>
            <p:cNvSpPr/>
            <p:nvPr/>
          </p:nvSpPr>
          <p:spPr>
            <a:xfrm>
              <a:off x="8707705" y="1007334"/>
              <a:ext cx="2952369" cy="6263792"/>
            </a:xfrm>
            <a:prstGeom prst="roundRect">
              <a:avLst>
                <a:gd name="adj" fmla="val 1059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8" name="모서리가 둥근 직사각형 7">
              <a:extLst>
                <a:ext uri="{FF2B5EF4-FFF2-40B4-BE49-F238E27FC236}">
                  <a16:creationId xmlns:a16="http://schemas.microsoft.com/office/drawing/2014/main" id="{47E5FD72-DC11-B8EC-413A-BA27516C55BE}"/>
                </a:ext>
              </a:extLst>
            </p:cNvPr>
            <p:cNvSpPr/>
            <p:nvPr/>
          </p:nvSpPr>
          <p:spPr>
            <a:xfrm>
              <a:off x="8799516" y="1007332"/>
              <a:ext cx="2768746" cy="6122100"/>
            </a:xfrm>
            <a:prstGeom prst="roundRect">
              <a:avLst>
                <a:gd name="adj" fmla="val 8551"/>
              </a:avLst>
            </a:prstGeom>
            <a:blipFill>
              <a:blip r:embed="rId4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dirty="0"/>
            </a:p>
          </p:txBody>
        </p:sp>
      </p:grpSp>
      <p:pic>
        <p:nvPicPr>
          <p:cNvPr id="11" name="그림 10" descr="폰트, 그래픽, 로고, 상징이(가) 표시된 사진&#10;&#10;자동 생성된 설명">
            <a:extLst>
              <a:ext uri="{FF2B5EF4-FFF2-40B4-BE49-F238E27FC236}">
                <a16:creationId xmlns:a16="http://schemas.microsoft.com/office/drawing/2014/main" id="{BCEB3CB5-5AE5-AAAB-D7F1-77F7E0A61C6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1851" y="327544"/>
            <a:ext cx="1522585" cy="4524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508493" y="8747"/>
            <a:ext cx="2300494" cy="463997"/>
          </a:xfrm>
          <a:prstGeom prst="rect">
            <a:avLst/>
          </a:prstGeom>
        </p:spPr>
      </p:pic>
      <p:sp>
        <p:nvSpPr>
          <p:cNvPr id="12" name="직사각형 5"/>
          <p:cNvSpPr/>
          <p:nvPr/>
        </p:nvSpPr>
        <p:spPr>
          <a:xfrm>
            <a:off x="7655879" y="-350936"/>
            <a:ext cx="5028220" cy="8496944"/>
          </a:xfrm>
          <a:prstGeom prst="rect">
            <a:avLst/>
          </a:prstGeom>
          <a:solidFill>
            <a:srgbClr val="502962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sp>
        <p:nvSpPr>
          <p:cNvPr id="27" name="TextBox 6"/>
          <p:cNvSpPr txBox="1"/>
          <p:nvPr/>
        </p:nvSpPr>
        <p:spPr>
          <a:xfrm>
            <a:off x="8305678" y="3619151"/>
            <a:ext cx="37801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800" b="1" dirty="0">
                <a:solidFill>
                  <a:schemeClr val="bg1"/>
                </a:solidFill>
                <a:latin typeface="Arial Black"/>
              </a:rPr>
              <a:t>1.</a:t>
            </a:r>
            <a:r>
              <a:rPr lang="ko-KR" altLang="en-US" sz="4800" b="1" dirty="0">
                <a:solidFill>
                  <a:schemeClr val="bg1"/>
                </a:solidFill>
                <a:latin typeface="Arial Black"/>
              </a:rPr>
              <a:t> 커뮤니티</a:t>
            </a:r>
            <a:endParaRPr lang="ko-KR" altLang="en-US" sz="1600" b="1" dirty="0">
              <a:solidFill>
                <a:schemeClr val="bg1"/>
              </a:solidFill>
              <a:latin typeface="바른돋움 2"/>
              <a:ea typeface="바른돋움 2"/>
              <a:cs typeface="바른돋움 3"/>
              <a:sym typeface="바른돋움 3"/>
            </a:endParaRPr>
          </a:p>
        </p:txBody>
      </p:sp>
      <p:pic>
        <p:nvPicPr>
          <p:cNvPr id="3" name="그림 2" descr="폰트, 그래픽, 로고, 상징이(가) 표시된 사진&#10;&#10;자동 생성된 설명">
            <a:extLst>
              <a:ext uri="{FF2B5EF4-FFF2-40B4-BE49-F238E27FC236}">
                <a16:creationId xmlns:a16="http://schemas.microsoft.com/office/drawing/2014/main" id="{6DC27188-FE25-32BC-831A-9EDA3DEEC5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0993" y="3129715"/>
            <a:ext cx="1856842" cy="55179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D58C08F-6358-FCB8-14BE-A95FFC4C6C44}"/>
              </a:ext>
            </a:extLst>
          </p:cNvPr>
          <p:cNvSpPr txBox="1"/>
          <p:nvPr/>
        </p:nvSpPr>
        <p:spPr>
          <a:xfrm>
            <a:off x="769564" y="1021052"/>
            <a:ext cx="41376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4000" b="1" dirty="0">
                <a:solidFill>
                  <a:srgbClr val="502962"/>
                </a:solidFill>
              </a:rPr>
              <a:t>신뢰성 있는 정보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E971AA-4A59-64BC-C93E-DFE5F3386627}"/>
              </a:ext>
            </a:extLst>
          </p:cNvPr>
          <p:cNvSpPr txBox="1"/>
          <p:nvPr/>
        </p:nvSpPr>
        <p:spPr>
          <a:xfrm>
            <a:off x="913580" y="2173180"/>
            <a:ext cx="31005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400" b="1" dirty="0"/>
              <a:t>-</a:t>
            </a:r>
            <a:r>
              <a:rPr kumimoji="1" lang="ko-KR" altLang="en-US" sz="2400" dirty="0"/>
              <a:t> 전문가의 조언 제공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2B2434-55DB-D24A-D93B-1C8BB86D8047}"/>
              </a:ext>
            </a:extLst>
          </p:cNvPr>
          <p:cNvSpPr txBox="1"/>
          <p:nvPr/>
        </p:nvSpPr>
        <p:spPr>
          <a:xfrm>
            <a:off x="913580" y="2921362"/>
            <a:ext cx="35173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400" b="1" dirty="0"/>
              <a:t>-</a:t>
            </a:r>
            <a:r>
              <a:rPr kumimoji="1" lang="ko-KR" altLang="en-US" sz="2400" dirty="0"/>
              <a:t> 최신 육아 트렌드 제공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5483FF-6D44-6AF0-72E8-7812EDF34C5B}"/>
              </a:ext>
            </a:extLst>
          </p:cNvPr>
          <p:cNvSpPr txBox="1"/>
          <p:nvPr/>
        </p:nvSpPr>
        <p:spPr>
          <a:xfrm>
            <a:off x="743916" y="4257576"/>
            <a:ext cx="36247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4000" b="1" dirty="0">
                <a:solidFill>
                  <a:srgbClr val="502962"/>
                </a:solidFill>
              </a:rPr>
              <a:t>육아 고립 해결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FEDFE90-D37D-C843-33F3-D74235D7FDB3}"/>
              </a:ext>
            </a:extLst>
          </p:cNvPr>
          <p:cNvSpPr txBox="1"/>
          <p:nvPr/>
        </p:nvSpPr>
        <p:spPr>
          <a:xfrm>
            <a:off x="887932" y="5409704"/>
            <a:ext cx="49664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400" b="1" dirty="0"/>
              <a:t>-</a:t>
            </a:r>
            <a:r>
              <a:rPr kumimoji="1" lang="ko-KR" altLang="en-US" sz="2400" dirty="0"/>
              <a:t> 외롭고 고립될 수 있는 육아 지지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CE87DE-F076-63CD-CA35-ABD50C072993}"/>
              </a:ext>
            </a:extLst>
          </p:cNvPr>
          <p:cNvSpPr txBox="1"/>
          <p:nvPr/>
        </p:nvSpPr>
        <p:spPr>
          <a:xfrm>
            <a:off x="887932" y="6157886"/>
            <a:ext cx="27927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400" b="1" dirty="0"/>
              <a:t>-</a:t>
            </a:r>
            <a:r>
              <a:rPr kumimoji="1" lang="ko-KR" altLang="en-US" sz="2400" dirty="0"/>
              <a:t> 선한 영향력 확대</a:t>
            </a:r>
          </a:p>
        </p:txBody>
      </p:sp>
    </p:spTree>
    <p:extLst>
      <p:ext uri="{BB962C8B-B14F-4D97-AF65-F5344CB8AC3E}">
        <p14:creationId xmlns:p14="http://schemas.microsoft.com/office/powerpoint/2010/main" val="643450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25" name="그룹 3424"/>
          <p:cNvGrpSpPr/>
          <p:nvPr/>
        </p:nvGrpSpPr>
        <p:grpSpPr>
          <a:xfrm>
            <a:off x="-277341" y="-350936"/>
            <a:ext cx="5544812" cy="8640960"/>
            <a:chOff x="32665" y="0"/>
            <a:chExt cx="3506614" cy="7938992"/>
          </a:xfrm>
        </p:grpSpPr>
        <p:sp>
          <p:nvSpPr>
            <p:cNvPr id="3426" name="직사각형 5"/>
            <p:cNvSpPr/>
            <p:nvPr/>
          </p:nvSpPr>
          <p:spPr>
            <a:xfrm rot="10800000">
              <a:off x="32665" y="0"/>
              <a:ext cx="2671002" cy="7938991"/>
            </a:xfrm>
            <a:prstGeom prst="rect">
              <a:avLst/>
            </a:prstGeom>
            <a:solidFill>
              <a:srgbClr val="502962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ko-KR"/>
            </a:p>
          </p:txBody>
        </p:sp>
        <p:sp>
          <p:nvSpPr>
            <p:cNvPr id="3427" name="이등변 삼각형 3426"/>
            <p:cNvSpPr/>
            <p:nvPr/>
          </p:nvSpPr>
          <p:spPr>
            <a:xfrm rot="10800000">
              <a:off x="1739079" y="0"/>
              <a:ext cx="1800200" cy="7938992"/>
            </a:xfrm>
            <a:prstGeom prst="triangle">
              <a:avLst>
                <a:gd name="adj" fmla="val 47212"/>
              </a:avLst>
            </a:prstGeom>
            <a:solidFill>
              <a:srgbClr val="502962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ko-KR"/>
            </a:p>
          </p:txBody>
        </p:sp>
      </p:grpSp>
      <p:sp>
        <p:nvSpPr>
          <p:cNvPr id="3220" name="TextBox 4"/>
          <p:cNvSpPr txBox="1"/>
          <p:nvPr/>
        </p:nvSpPr>
        <p:spPr>
          <a:xfrm>
            <a:off x="366652" y="215903"/>
            <a:ext cx="2668572" cy="337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  <a:defRPr/>
            </a:pPr>
            <a:r>
              <a:rPr lang="en-US" altLang="ko-KR" sz="1600" dirty="0">
                <a:solidFill>
                  <a:schemeClr val="lt1"/>
                </a:solidFill>
                <a:latin typeface="바른돋움 2"/>
                <a:ea typeface="바른돋움 2"/>
              </a:rPr>
              <a:t>2.</a:t>
            </a:r>
            <a:r>
              <a:rPr lang="ko-KR" altLang="en-US" sz="1600" dirty="0">
                <a:solidFill>
                  <a:schemeClr val="lt1"/>
                </a:solidFill>
                <a:latin typeface="바른돋움 2"/>
                <a:ea typeface="바른돋움 2"/>
              </a:rPr>
              <a:t>  서비스모델</a:t>
            </a:r>
          </a:p>
        </p:txBody>
      </p:sp>
      <p:cxnSp>
        <p:nvCxnSpPr>
          <p:cNvPr id="3221" name="직선 연결선 2"/>
          <p:cNvCxnSpPr/>
          <p:nvPr/>
        </p:nvCxnSpPr>
        <p:spPr>
          <a:xfrm>
            <a:off x="366652" y="601606"/>
            <a:ext cx="2337068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22" name="TextBox 9"/>
          <p:cNvSpPr txBox="1"/>
          <p:nvPr/>
        </p:nvSpPr>
        <p:spPr>
          <a:xfrm>
            <a:off x="407854" y="673614"/>
            <a:ext cx="2195322" cy="267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200" dirty="0">
                <a:solidFill>
                  <a:schemeClr val="lt1"/>
                </a:solidFill>
                <a:latin typeface="바른돋움 2"/>
                <a:ea typeface="바른돋움 2"/>
              </a:rPr>
              <a:t>와이어프레임</a:t>
            </a:r>
            <a:r>
              <a:rPr lang="en-US" altLang="ko-KR" sz="1200" dirty="0">
                <a:solidFill>
                  <a:schemeClr val="lt1"/>
                </a:solidFill>
                <a:latin typeface="바른돋움 2"/>
                <a:ea typeface="바른돋움 2"/>
              </a:rPr>
              <a:t>(APP)</a:t>
            </a:r>
            <a:endParaRPr lang="ko-KR" altLang="en-US" sz="1200" dirty="0">
              <a:solidFill>
                <a:schemeClr val="lt1"/>
              </a:solidFill>
              <a:latin typeface="바른돋움 2"/>
              <a:ea typeface="바른돋움 2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9E22F561-0736-CEED-BC00-5C779DD6B339}"/>
              </a:ext>
            </a:extLst>
          </p:cNvPr>
          <p:cNvGrpSpPr/>
          <p:nvPr/>
        </p:nvGrpSpPr>
        <p:grpSpPr>
          <a:xfrm>
            <a:off x="3323256" y="1233190"/>
            <a:ext cx="2952369" cy="6263794"/>
            <a:chOff x="3323256" y="1233190"/>
            <a:chExt cx="2952369" cy="6263794"/>
          </a:xfrm>
        </p:grpSpPr>
        <p:sp>
          <p:nvSpPr>
            <p:cNvPr id="3266" name="모서리가 둥근 직사각형 2"/>
            <p:cNvSpPr/>
            <p:nvPr/>
          </p:nvSpPr>
          <p:spPr>
            <a:xfrm>
              <a:off x="3323256" y="1233192"/>
              <a:ext cx="2952369" cy="6263792"/>
            </a:xfrm>
            <a:prstGeom prst="roundRect">
              <a:avLst>
                <a:gd name="adj" fmla="val 1059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3267" name="모서리가 둥근 직사각형 3266"/>
            <p:cNvSpPr/>
            <p:nvPr/>
          </p:nvSpPr>
          <p:spPr>
            <a:xfrm>
              <a:off x="3415067" y="1233190"/>
              <a:ext cx="2768746" cy="6122100"/>
            </a:xfrm>
            <a:prstGeom prst="roundRect">
              <a:avLst>
                <a:gd name="adj" fmla="val 8551"/>
              </a:avLst>
            </a:prstGeom>
            <a:blipFill>
              <a:blip r:embed="rId3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dirty="0"/>
            </a:p>
          </p:txBody>
        </p:sp>
        <p:sp>
          <p:nvSpPr>
            <p:cNvPr id="3298" name="모서리가 둥근 직사각형 3297"/>
            <p:cNvSpPr/>
            <p:nvPr/>
          </p:nvSpPr>
          <p:spPr>
            <a:xfrm>
              <a:off x="4079349" y="1255976"/>
              <a:ext cx="1619973" cy="288035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sp>
        <p:nvSpPr>
          <p:cNvPr id="3428" name="TextBox 3427"/>
          <p:cNvSpPr txBox="1"/>
          <p:nvPr/>
        </p:nvSpPr>
        <p:spPr>
          <a:xfrm>
            <a:off x="-61101" y="3104649"/>
            <a:ext cx="331235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ko-KR" altLang="en-US" b="1" dirty="0">
                <a:solidFill>
                  <a:schemeClr val="lt1"/>
                </a:solidFill>
                <a:latin typeface="Arial Black"/>
              </a:rPr>
              <a:t>아기의 </a:t>
            </a:r>
            <a:r>
              <a:rPr lang="en-US" altLang="ko-KR" b="1" dirty="0">
                <a:solidFill>
                  <a:schemeClr val="lt1"/>
                </a:solidFill>
                <a:latin typeface="Arial Black"/>
              </a:rPr>
              <a:t>?</a:t>
            </a:r>
          </a:p>
          <a:p>
            <a:pPr algn="r">
              <a:defRPr/>
            </a:pPr>
            <a:r>
              <a:rPr lang="ko-KR" altLang="en-US" b="1" dirty="0">
                <a:solidFill>
                  <a:schemeClr val="lt1"/>
                </a:solidFill>
                <a:latin typeface="Arial Black"/>
              </a:rPr>
              <a:t>울음소리가 </a:t>
            </a:r>
            <a:r>
              <a:rPr lang="en-US" altLang="ko-KR" b="1" dirty="0">
                <a:solidFill>
                  <a:schemeClr val="lt1"/>
                </a:solidFill>
                <a:latin typeface="Arial Black"/>
              </a:rPr>
              <a:t>?</a:t>
            </a:r>
          </a:p>
          <a:p>
            <a:pPr algn="r">
              <a:defRPr/>
            </a:pPr>
            <a:r>
              <a:rPr lang="ko-KR" altLang="en-US" b="1" dirty="0">
                <a:solidFill>
                  <a:schemeClr val="lt1"/>
                </a:solidFill>
                <a:latin typeface="Arial Black"/>
              </a:rPr>
              <a:t>들리는 것 같지 않아</a:t>
            </a:r>
            <a:r>
              <a:rPr lang="en-US" altLang="ko-KR" dirty="0">
                <a:solidFill>
                  <a:schemeClr val="lt1"/>
                </a:solidFill>
                <a:latin typeface="Arial Black"/>
              </a:rPr>
              <a:t>?</a:t>
            </a:r>
          </a:p>
          <a:p>
            <a:pPr algn="r">
              <a:defRPr/>
            </a:pPr>
            <a:r>
              <a:rPr lang="en-US" altLang="ko-KR" dirty="0">
                <a:solidFill>
                  <a:schemeClr val="lt1"/>
                </a:solidFill>
                <a:latin typeface="Arial Black"/>
              </a:rPr>
              <a:t>.</a:t>
            </a:r>
          </a:p>
          <a:p>
            <a:pPr algn="r">
              <a:defRPr/>
            </a:pPr>
            <a:r>
              <a:rPr lang="en-US" altLang="ko-KR" dirty="0">
                <a:solidFill>
                  <a:schemeClr val="lt1"/>
                </a:solidFill>
                <a:latin typeface="Arial Black"/>
              </a:rPr>
              <a:t>.</a:t>
            </a:r>
          </a:p>
          <a:p>
            <a:pPr algn="r">
              <a:defRPr/>
            </a:pPr>
            <a:r>
              <a:rPr lang="en-US" altLang="ko-KR" dirty="0">
                <a:solidFill>
                  <a:schemeClr val="lt1"/>
                </a:solidFill>
                <a:latin typeface="Arial Black"/>
              </a:rPr>
              <a:t>.</a:t>
            </a:r>
            <a:r>
              <a:rPr lang="ko-KR" altLang="en-US" sz="1000" dirty="0">
                <a:solidFill>
                  <a:schemeClr val="lt1"/>
                </a:solidFill>
                <a:latin typeface="Arial Black"/>
              </a:rPr>
              <a:t> </a:t>
            </a:r>
          </a:p>
          <a:p>
            <a:pPr algn="r">
              <a:defRPr/>
            </a:pPr>
            <a:r>
              <a:rPr lang="en-US" altLang="ko-KR" sz="4400" dirty="0">
                <a:solidFill>
                  <a:schemeClr val="lt1"/>
                </a:solidFill>
                <a:latin typeface="Arial Black"/>
              </a:rPr>
              <a:t>Hey,</a:t>
            </a:r>
          </a:p>
          <a:p>
            <a:pPr algn="r">
              <a:defRPr/>
            </a:pPr>
            <a:r>
              <a:rPr lang="ko-KR" altLang="en-US" sz="2800" b="1" dirty="0">
                <a:solidFill>
                  <a:schemeClr val="lt1"/>
                </a:solidFill>
                <a:latin typeface="Arial Black"/>
              </a:rPr>
              <a:t>지금 아기가</a:t>
            </a:r>
            <a:endParaRPr lang="en-US" altLang="ko-KR" sz="2800" b="1" dirty="0">
              <a:solidFill>
                <a:schemeClr val="lt1"/>
              </a:solidFill>
              <a:latin typeface="Arial Black"/>
            </a:endParaRPr>
          </a:p>
          <a:p>
            <a:pPr algn="r">
              <a:defRPr/>
            </a:pPr>
            <a:r>
              <a:rPr lang="ko-KR" altLang="en-US" sz="3200" b="1" dirty="0">
                <a:solidFill>
                  <a:schemeClr val="lt1"/>
                </a:solidFill>
                <a:latin typeface="Arial Black"/>
              </a:rPr>
              <a:t>배가 고파서</a:t>
            </a:r>
            <a:endParaRPr lang="en-US" altLang="ko-KR" sz="3200" b="1" dirty="0">
              <a:solidFill>
                <a:schemeClr val="lt1"/>
              </a:solidFill>
              <a:latin typeface="Arial Black"/>
            </a:endParaRPr>
          </a:p>
          <a:p>
            <a:pPr algn="r">
              <a:defRPr/>
            </a:pPr>
            <a:r>
              <a:rPr lang="ko-KR" altLang="en-US" sz="4000" b="1" dirty="0">
                <a:solidFill>
                  <a:schemeClr val="lt1"/>
                </a:solidFill>
                <a:latin typeface="Arial Black"/>
              </a:rPr>
              <a:t>울고 있어요</a:t>
            </a:r>
            <a:endParaRPr lang="en-US" altLang="ko-KR" sz="4000" b="1" dirty="0">
              <a:solidFill>
                <a:schemeClr val="lt1"/>
              </a:solidFill>
              <a:latin typeface="Arial Black"/>
            </a:endParaRPr>
          </a:p>
        </p:txBody>
      </p:sp>
      <p:pic>
        <p:nvPicPr>
          <p:cNvPr id="2" name="그림 1" descr="텍스트, 폰트, 로고, 스크린샷이(가) 표시된 사진&#10;&#10;자동 생성된 설명">
            <a:extLst>
              <a:ext uri="{FF2B5EF4-FFF2-40B4-BE49-F238E27FC236}">
                <a16:creationId xmlns:a16="http://schemas.microsoft.com/office/drawing/2014/main" id="{0F8CDA6B-3523-D6EC-804C-81F9A75BE6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2047" y="302598"/>
            <a:ext cx="1682608" cy="452466"/>
          </a:xfrm>
          <a:prstGeom prst="rect">
            <a:avLst/>
          </a:prstGeom>
        </p:spPr>
      </p:pic>
      <p:sp>
        <p:nvSpPr>
          <p:cNvPr id="4" name="TextBox 6">
            <a:extLst>
              <a:ext uri="{FF2B5EF4-FFF2-40B4-BE49-F238E27FC236}">
                <a16:creationId xmlns:a16="http://schemas.microsoft.com/office/drawing/2014/main" id="{B20FB40D-4FE6-6A51-D7B8-3765C977A194}"/>
              </a:ext>
            </a:extLst>
          </p:cNvPr>
          <p:cNvSpPr txBox="1"/>
          <p:nvPr/>
        </p:nvSpPr>
        <p:spPr>
          <a:xfrm>
            <a:off x="6789373" y="2490475"/>
            <a:ext cx="481460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800" b="1" dirty="0">
                <a:solidFill>
                  <a:srgbClr val="502962"/>
                </a:solidFill>
                <a:latin typeface="Arial Black"/>
              </a:rPr>
              <a:t>2.</a:t>
            </a:r>
            <a:r>
              <a:rPr lang="ko-KR" altLang="en-US" sz="4800" b="1" dirty="0">
                <a:solidFill>
                  <a:srgbClr val="502962"/>
                </a:solidFill>
                <a:latin typeface="Arial Black"/>
              </a:rPr>
              <a:t> </a:t>
            </a:r>
            <a:r>
              <a:rPr lang="en-US" altLang="ko-KR" sz="4800" b="1" dirty="0">
                <a:solidFill>
                  <a:srgbClr val="502962"/>
                </a:solidFill>
                <a:latin typeface="Arial Black"/>
              </a:rPr>
              <a:t>AI</a:t>
            </a:r>
            <a:r>
              <a:rPr lang="ko-KR" altLang="en-US" sz="4800" b="1" dirty="0">
                <a:solidFill>
                  <a:srgbClr val="502962"/>
                </a:solidFill>
                <a:latin typeface="Arial Black"/>
              </a:rPr>
              <a:t> 울음 분석</a:t>
            </a:r>
            <a:endParaRPr lang="ko-KR" altLang="en-US" sz="1600" b="1" dirty="0">
              <a:solidFill>
                <a:srgbClr val="502962"/>
              </a:solidFill>
              <a:latin typeface="바른돋움 2"/>
              <a:ea typeface="바른돋움 2"/>
              <a:cs typeface="바른돋움 3"/>
              <a:sym typeface="바른돋움 3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6A2A57-3FBD-9C97-C8E9-6A0FB2E7EA23}"/>
              </a:ext>
            </a:extLst>
          </p:cNvPr>
          <p:cNvSpPr txBox="1"/>
          <p:nvPr/>
        </p:nvSpPr>
        <p:spPr>
          <a:xfrm>
            <a:off x="6789373" y="3988999"/>
            <a:ext cx="27927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400" b="1" dirty="0"/>
              <a:t>-</a:t>
            </a:r>
            <a:r>
              <a:rPr kumimoji="1" lang="ko-KR" altLang="en-US" sz="2400" dirty="0"/>
              <a:t> 실시간 울음 감지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74E83D-ECFB-67C4-D0F3-A9C4BF2DB201}"/>
              </a:ext>
            </a:extLst>
          </p:cNvPr>
          <p:cNvSpPr txBox="1"/>
          <p:nvPr/>
        </p:nvSpPr>
        <p:spPr>
          <a:xfrm>
            <a:off x="6789373" y="5020630"/>
            <a:ext cx="36872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400" b="1" dirty="0"/>
              <a:t>-</a:t>
            </a:r>
            <a:r>
              <a:rPr kumimoji="1" lang="ko-KR" altLang="en-US" sz="2400" dirty="0"/>
              <a:t> 울음 원인을 </a:t>
            </a:r>
            <a:r>
              <a:rPr kumimoji="1" lang="en-US" altLang="ko-KR" sz="2400" dirty="0"/>
              <a:t>7</a:t>
            </a:r>
            <a:r>
              <a:rPr kumimoji="1" lang="ko-KR" altLang="en-US" sz="2400" dirty="0"/>
              <a:t>가지 분류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C0157E-3601-09F3-E037-B73981B72C33}"/>
              </a:ext>
            </a:extLst>
          </p:cNvPr>
          <p:cNvSpPr txBox="1"/>
          <p:nvPr/>
        </p:nvSpPr>
        <p:spPr>
          <a:xfrm>
            <a:off x="6789373" y="6122599"/>
            <a:ext cx="24849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400" b="1" dirty="0"/>
              <a:t>-</a:t>
            </a:r>
            <a:r>
              <a:rPr kumimoji="1" lang="ko-KR" altLang="en-US" sz="2400" dirty="0"/>
              <a:t> 울음 기록 분석</a:t>
            </a:r>
          </a:p>
        </p:txBody>
      </p:sp>
      <p:pic>
        <p:nvPicPr>
          <p:cNvPr id="11" name="그림 10" descr="폰트, 그래픽, 노랑, 로고이(가) 표시된 사진&#10;&#10;자동 생성된 설명">
            <a:extLst>
              <a:ext uri="{FF2B5EF4-FFF2-40B4-BE49-F238E27FC236}">
                <a16:creationId xmlns:a16="http://schemas.microsoft.com/office/drawing/2014/main" id="{154C1E68-5306-709E-D75E-72C099C70E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5399" y="1948087"/>
            <a:ext cx="1744813" cy="5160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3" name="TextBox 4"/>
          <p:cNvSpPr txBox="1"/>
          <p:nvPr/>
        </p:nvSpPr>
        <p:spPr>
          <a:xfrm>
            <a:off x="5699518" y="4545560"/>
            <a:ext cx="2664297" cy="348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  <a:defRPr/>
            </a:pPr>
            <a:r>
              <a:rPr lang="ko-KR" altLang="en-US" sz="1700">
                <a:solidFill>
                  <a:schemeClr val="lt1"/>
                </a:solidFill>
                <a:latin typeface="바른돋움 2"/>
                <a:ea typeface="바른돋움 2"/>
              </a:rPr>
              <a:t>커스터마이징 여행상품</a:t>
            </a:r>
            <a:r>
              <a:rPr lang="ko-KR" altLang="en-US" sz="1700">
                <a:solidFill>
                  <a:srgbClr val="502962"/>
                </a:solidFill>
                <a:latin typeface="바른돋움 2"/>
                <a:ea typeface="바른돋움 2"/>
              </a:rPr>
              <a:t> </a:t>
            </a:r>
          </a:p>
        </p:txBody>
      </p:sp>
      <p:grpSp>
        <p:nvGrpSpPr>
          <p:cNvPr id="3414" name="그룹 6"/>
          <p:cNvGrpSpPr/>
          <p:nvPr/>
        </p:nvGrpSpPr>
        <p:grpSpPr>
          <a:xfrm>
            <a:off x="10452047" y="369096"/>
            <a:ext cx="1678333" cy="370986"/>
            <a:chOff x="1766078" y="3775212"/>
            <a:chExt cx="6490815" cy="1429580"/>
          </a:xfrm>
        </p:grpSpPr>
        <p:grpSp>
          <p:nvGrpSpPr>
            <p:cNvPr id="3415" name="그룹 5"/>
            <p:cNvGrpSpPr/>
            <p:nvPr/>
          </p:nvGrpSpPr>
          <p:grpSpPr>
            <a:xfrm>
              <a:off x="1766078" y="3775212"/>
              <a:ext cx="1402319" cy="1309976"/>
              <a:chOff x="1766108" y="3775207"/>
              <a:chExt cx="1402319" cy="1309976"/>
            </a:xfrm>
          </p:grpSpPr>
          <p:pic>
            <p:nvPicPr>
              <p:cNvPr id="3416" name="그림 44"/>
              <p:cNvPicPr>
                <a:picLocks noChangeAspect="1"/>
              </p:cNvPicPr>
              <p:nvPr/>
            </p:nvPicPr>
            <p:blipFill rotWithShape="1">
              <a:blip r:embed="rId3"/>
              <a:srcRect r="81410"/>
              <a:stretch>
                <a:fillRect/>
              </a:stretch>
            </p:blipFill>
            <p:spPr>
              <a:xfrm>
                <a:off x="1766108" y="3775207"/>
                <a:ext cx="1330312" cy="1309976"/>
              </a:xfrm>
              <a:prstGeom prst="rect">
                <a:avLst/>
              </a:prstGeom>
            </p:spPr>
          </p:pic>
          <p:sp>
            <p:nvSpPr>
              <p:cNvPr id="3417" name="직사각형 1"/>
              <p:cNvSpPr/>
              <p:nvPr/>
            </p:nvSpPr>
            <p:spPr>
              <a:xfrm>
                <a:off x="3024411" y="3775207"/>
                <a:ext cx="144016" cy="130997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</p:grpSp>
        <p:pic>
          <p:nvPicPr>
            <p:cNvPr id="3418" name="그림 11"/>
            <p:cNvPicPr>
              <a:picLocks noChangeAspect="1"/>
            </p:cNvPicPr>
            <p:nvPr/>
          </p:nvPicPr>
          <p:blipFill rotWithShape="1">
            <a:blip r:embed="rId4"/>
            <a:srcRect l="22790" t="200" r="9340" b="10940"/>
            <a:stretch>
              <a:fillRect/>
            </a:stretch>
          </p:blipFill>
          <p:spPr>
            <a:xfrm>
              <a:off x="3168427" y="3861048"/>
              <a:ext cx="5088467" cy="1343744"/>
            </a:xfrm>
            <a:prstGeom prst="rect">
              <a:avLst/>
            </a:prstGeom>
          </p:spPr>
        </p:pic>
      </p:grpSp>
      <p:cxnSp>
        <p:nvCxnSpPr>
          <p:cNvPr id="3425" name="직선 연결선 2"/>
          <p:cNvCxnSpPr/>
          <p:nvPr/>
        </p:nvCxnSpPr>
        <p:spPr>
          <a:xfrm>
            <a:off x="366652" y="601606"/>
            <a:ext cx="1668632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26" name="TextBox 9"/>
          <p:cNvSpPr txBox="1"/>
          <p:nvPr/>
        </p:nvSpPr>
        <p:spPr>
          <a:xfrm>
            <a:off x="407854" y="673614"/>
            <a:ext cx="2195322" cy="267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바른돋움 2"/>
                <a:ea typeface="바른돋움 2"/>
              </a:rPr>
              <a:t>와이어프레임</a:t>
            </a:r>
            <a:r>
              <a:rPr lang="en-US" altLang="ko-KR" sz="1200">
                <a:solidFill>
                  <a:schemeClr val="tx1">
                    <a:lumMod val="50000"/>
                    <a:lumOff val="50000"/>
                  </a:schemeClr>
                </a:solidFill>
                <a:latin typeface="바른돋움 2"/>
                <a:ea typeface="바른돋움 2"/>
              </a:rPr>
              <a:t>(APP)</a:t>
            </a:r>
            <a:endParaRPr lang="ko-KR" altLang="en-US" sz="1200">
              <a:solidFill>
                <a:schemeClr val="tx1">
                  <a:lumMod val="50000"/>
                  <a:lumOff val="50000"/>
                </a:schemeClr>
              </a:solidFill>
              <a:latin typeface="바른돋움 2"/>
              <a:ea typeface="바른돋움 2"/>
            </a:endParaRPr>
          </a:p>
        </p:txBody>
      </p:sp>
      <p:sp>
        <p:nvSpPr>
          <p:cNvPr id="3427" name="TextBox 4"/>
          <p:cNvSpPr txBox="1"/>
          <p:nvPr/>
        </p:nvSpPr>
        <p:spPr>
          <a:xfrm>
            <a:off x="366652" y="215903"/>
            <a:ext cx="2668572" cy="337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  <a:defRPr/>
            </a:pPr>
            <a:r>
              <a:rPr lang="en-US" altLang="ko-KR" sz="1600">
                <a:latin typeface="바른돋움 2"/>
                <a:ea typeface="바른돋움 2"/>
              </a:rPr>
              <a:t>2.</a:t>
            </a:r>
            <a:r>
              <a:rPr lang="ko-KR" altLang="en-US" sz="1600">
                <a:latin typeface="바른돋움 2"/>
                <a:ea typeface="바른돋움 2"/>
              </a:rPr>
              <a:t>  서비스모델</a:t>
            </a:r>
          </a:p>
        </p:txBody>
      </p:sp>
      <p:grpSp>
        <p:nvGrpSpPr>
          <p:cNvPr id="3428" name="그룹 3427"/>
          <p:cNvGrpSpPr/>
          <p:nvPr/>
        </p:nvGrpSpPr>
        <p:grpSpPr>
          <a:xfrm rot="10823610">
            <a:off x="7598569" y="-226362"/>
            <a:ext cx="5632476" cy="8498721"/>
            <a:chOff x="-5441139" y="61523"/>
            <a:chExt cx="3546488" cy="7943025"/>
          </a:xfrm>
        </p:grpSpPr>
        <p:sp>
          <p:nvSpPr>
            <p:cNvPr id="3431" name="직사각형 5"/>
            <p:cNvSpPr/>
            <p:nvPr/>
          </p:nvSpPr>
          <p:spPr>
            <a:xfrm rot="10776390">
              <a:off x="-5441139" y="65557"/>
              <a:ext cx="2671002" cy="7938991"/>
            </a:xfrm>
            <a:prstGeom prst="rect">
              <a:avLst/>
            </a:prstGeom>
            <a:solidFill>
              <a:srgbClr val="502962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ko-KR"/>
            </a:p>
          </p:txBody>
        </p:sp>
        <p:sp>
          <p:nvSpPr>
            <p:cNvPr id="3432" name="이등변 삼각형 3431"/>
            <p:cNvSpPr/>
            <p:nvPr/>
          </p:nvSpPr>
          <p:spPr>
            <a:xfrm rot="10800000">
              <a:off x="-3694850" y="61523"/>
              <a:ext cx="1800200" cy="7938992"/>
            </a:xfrm>
            <a:prstGeom prst="triangle">
              <a:avLst>
                <a:gd name="adj" fmla="val 47212"/>
              </a:avLst>
            </a:prstGeom>
            <a:solidFill>
              <a:srgbClr val="502962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ko-KR"/>
            </a:p>
          </p:txBody>
        </p:sp>
      </p:grpSp>
      <p:grpSp>
        <p:nvGrpSpPr>
          <p:cNvPr id="3437" name="그룹 3436"/>
          <p:cNvGrpSpPr/>
          <p:nvPr/>
        </p:nvGrpSpPr>
        <p:grpSpPr>
          <a:xfrm>
            <a:off x="6131567" y="1646777"/>
            <a:ext cx="559905" cy="512052"/>
            <a:chOff x="6295468" y="1497637"/>
            <a:chExt cx="775930" cy="709614"/>
          </a:xfrm>
        </p:grpSpPr>
        <p:sp>
          <p:nvSpPr>
            <p:cNvPr id="3435" name="이등변 삼각형 3434"/>
            <p:cNvSpPr/>
            <p:nvPr/>
          </p:nvSpPr>
          <p:spPr>
            <a:xfrm rot="10678667">
              <a:off x="6679795" y="1566296"/>
              <a:ext cx="391603" cy="640955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3436" name="이등변 삼각형 3435"/>
            <p:cNvSpPr/>
            <p:nvPr/>
          </p:nvSpPr>
          <p:spPr>
            <a:xfrm rot="8266179">
              <a:off x="6295468" y="1497637"/>
              <a:ext cx="391603" cy="640955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sp>
        <p:nvSpPr>
          <p:cNvPr id="3438" name="TextBox 3437"/>
          <p:cNvSpPr txBox="1"/>
          <p:nvPr/>
        </p:nvSpPr>
        <p:spPr>
          <a:xfrm>
            <a:off x="9227730" y="5108454"/>
            <a:ext cx="3312353" cy="19236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3600" b="1" dirty="0">
                <a:solidFill>
                  <a:schemeClr val="lt1"/>
                </a:solidFill>
                <a:latin typeface="Arial Black"/>
              </a:rPr>
              <a:t>편하게</a:t>
            </a:r>
            <a:r>
              <a:rPr lang="en-US" altLang="ko-KR" sz="4000" b="1" dirty="0">
                <a:solidFill>
                  <a:schemeClr val="lt1"/>
                </a:solidFill>
                <a:latin typeface="Arial Black"/>
              </a:rPr>
              <a:t>,</a:t>
            </a:r>
          </a:p>
          <a:p>
            <a:pPr>
              <a:defRPr/>
            </a:pPr>
            <a:r>
              <a:rPr lang="ko-KR" altLang="en-US" sz="2800" b="1" dirty="0">
                <a:solidFill>
                  <a:schemeClr val="lt1"/>
                </a:solidFill>
                <a:latin typeface="Arial Black"/>
              </a:rPr>
              <a:t>이야기 해주세요</a:t>
            </a:r>
            <a:r>
              <a:rPr lang="en-US" altLang="ko-KR" sz="2800" b="1" dirty="0">
                <a:solidFill>
                  <a:schemeClr val="lt1"/>
                </a:solidFill>
                <a:latin typeface="Arial Black"/>
              </a:rPr>
              <a:t>.</a:t>
            </a:r>
            <a:r>
              <a:rPr lang="en-US" altLang="ko-KR" sz="2700" b="1" dirty="0">
                <a:solidFill>
                  <a:schemeClr val="lt1"/>
                </a:solidFill>
                <a:latin typeface="Arial Black"/>
              </a:rPr>
              <a:t> </a:t>
            </a:r>
            <a:r>
              <a:rPr lang="en-US" altLang="ko-KR" sz="5100" b="1" dirty="0">
                <a:solidFill>
                  <a:schemeClr val="lt1"/>
                </a:solidFill>
                <a:latin typeface="Arial Black"/>
              </a:rPr>
              <a:t>Easy</a:t>
            </a:r>
          </a:p>
        </p:txBody>
      </p:sp>
      <p:pic>
        <p:nvPicPr>
          <p:cNvPr id="2" name="그림 1" descr="폰트, 그래픽, 로고, 상징이(가) 표시된 사진&#10;&#10;자동 생성된 설명">
            <a:extLst>
              <a:ext uri="{FF2B5EF4-FFF2-40B4-BE49-F238E27FC236}">
                <a16:creationId xmlns:a16="http://schemas.microsoft.com/office/drawing/2014/main" id="{ECFB2EC2-1232-384E-0204-D9F31FE795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1851" y="327544"/>
            <a:ext cx="1522585" cy="452466"/>
          </a:xfrm>
          <a:prstGeom prst="rect">
            <a:avLst/>
          </a:prstGeom>
        </p:spPr>
      </p:pic>
      <p:sp>
        <p:nvSpPr>
          <p:cNvPr id="3" name="TextBox 6">
            <a:extLst>
              <a:ext uri="{FF2B5EF4-FFF2-40B4-BE49-F238E27FC236}">
                <a16:creationId xmlns:a16="http://schemas.microsoft.com/office/drawing/2014/main" id="{3DB0EF3C-3E99-DB0A-7B53-C1EBFCFCC82D}"/>
              </a:ext>
            </a:extLst>
          </p:cNvPr>
          <p:cNvSpPr txBox="1"/>
          <p:nvPr/>
        </p:nvSpPr>
        <p:spPr>
          <a:xfrm>
            <a:off x="780479" y="2187886"/>
            <a:ext cx="37801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800" b="1" dirty="0">
                <a:solidFill>
                  <a:srgbClr val="502962"/>
                </a:solidFill>
                <a:latin typeface="Arial Black"/>
              </a:rPr>
              <a:t>3.</a:t>
            </a:r>
            <a:r>
              <a:rPr lang="ko-KR" altLang="en-US" sz="4800" b="1" dirty="0">
                <a:solidFill>
                  <a:srgbClr val="502962"/>
                </a:solidFill>
                <a:latin typeface="Arial Black"/>
              </a:rPr>
              <a:t> </a:t>
            </a:r>
            <a:r>
              <a:rPr lang="en-US" altLang="ko-KR" sz="4800" b="1" dirty="0">
                <a:solidFill>
                  <a:srgbClr val="502962"/>
                </a:solidFill>
                <a:latin typeface="Arial Black"/>
              </a:rPr>
              <a:t>AI</a:t>
            </a:r>
            <a:r>
              <a:rPr lang="ko-KR" altLang="en-US" sz="4800" b="1" dirty="0">
                <a:solidFill>
                  <a:srgbClr val="502962"/>
                </a:solidFill>
                <a:latin typeface="Arial Black"/>
              </a:rPr>
              <a:t> 의사</a:t>
            </a:r>
            <a:endParaRPr lang="ko-KR" altLang="en-US" sz="1600" b="1" dirty="0">
              <a:solidFill>
                <a:srgbClr val="502962"/>
              </a:solidFill>
              <a:latin typeface="바른돋움 2"/>
              <a:ea typeface="바른돋움 2"/>
              <a:cs typeface="바른돋움 3"/>
              <a:sym typeface="바른돋움 3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DC5E9C-6D02-B18B-6266-CED2F13574F6}"/>
              </a:ext>
            </a:extLst>
          </p:cNvPr>
          <p:cNvSpPr txBox="1"/>
          <p:nvPr/>
        </p:nvSpPr>
        <p:spPr>
          <a:xfrm>
            <a:off x="780479" y="3496217"/>
            <a:ext cx="24432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400" b="1" dirty="0"/>
              <a:t>-</a:t>
            </a:r>
            <a:r>
              <a:rPr kumimoji="1" lang="ko-KR" altLang="en-US" sz="2400" dirty="0"/>
              <a:t> 편안하게 대화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1DF3B6-D974-0FCB-AA43-E2B70D6307C7}"/>
              </a:ext>
            </a:extLst>
          </p:cNvPr>
          <p:cNvSpPr txBox="1"/>
          <p:nvPr/>
        </p:nvSpPr>
        <p:spPr>
          <a:xfrm>
            <a:off x="780479" y="4656801"/>
            <a:ext cx="3318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400" b="1" dirty="0"/>
              <a:t>-</a:t>
            </a:r>
            <a:r>
              <a:rPr kumimoji="1" lang="ko-KR" altLang="en-US" sz="2400" dirty="0"/>
              <a:t> 아기 예상 증상 판별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13260E-64E8-DD41-E629-87C14106DDE7}"/>
              </a:ext>
            </a:extLst>
          </p:cNvPr>
          <p:cNvSpPr txBox="1"/>
          <p:nvPr/>
        </p:nvSpPr>
        <p:spPr>
          <a:xfrm>
            <a:off x="780479" y="5805662"/>
            <a:ext cx="31005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400" b="1" dirty="0"/>
              <a:t>-</a:t>
            </a:r>
            <a:r>
              <a:rPr kumimoji="1" lang="ko-KR" altLang="en-US" sz="2400" dirty="0"/>
              <a:t> 주변 병원과의 연계</a:t>
            </a:r>
          </a:p>
        </p:txBody>
      </p:sp>
      <p:pic>
        <p:nvPicPr>
          <p:cNvPr id="13" name="그림 12" descr="폰트, 그래픽, 노랑, 로고이(가) 표시된 사진&#10;&#10;자동 생성된 설명">
            <a:extLst>
              <a:ext uri="{FF2B5EF4-FFF2-40B4-BE49-F238E27FC236}">
                <a16:creationId xmlns:a16="http://schemas.microsoft.com/office/drawing/2014/main" id="{2642A8E8-BF16-45B1-61BD-D7DAF7A694C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9609" y="1719644"/>
            <a:ext cx="1744813" cy="516072"/>
          </a:xfrm>
          <a:prstGeom prst="rect">
            <a:avLst/>
          </a:prstGeom>
        </p:spPr>
      </p:pic>
      <p:grpSp>
        <p:nvGrpSpPr>
          <p:cNvPr id="17" name="그룹 16">
            <a:extLst>
              <a:ext uri="{FF2B5EF4-FFF2-40B4-BE49-F238E27FC236}">
                <a16:creationId xmlns:a16="http://schemas.microsoft.com/office/drawing/2014/main" id="{DCBC7AC3-B932-CC5C-06E0-9E7599E68DCA}"/>
              </a:ext>
            </a:extLst>
          </p:cNvPr>
          <p:cNvGrpSpPr/>
          <p:nvPr/>
        </p:nvGrpSpPr>
        <p:grpSpPr>
          <a:xfrm>
            <a:off x="5987355" y="873200"/>
            <a:ext cx="2952369" cy="6263792"/>
            <a:chOff x="3323256" y="1233192"/>
            <a:chExt cx="2952369" cy="6263792"/>
          </a:xfrm>
        </p:grpSpPr>
        <p:sp>
          <p:nvSpPr>
            <p:cNvPr id="18" name="모서리가 둥근 직사각형 2">
              <a:extLst>
                <a:ext uri="{FF2B5EF4-FFF2-40B4-BE49-F238E27FC236}">
                  <a16:creationId xmlns:a16="http://schemas.microsoft.com/office/drawing/2014/main" id="{8D52A75C-F9E0-F4AA-9E57-DD1F984A57A7}"/>
                </a:ext>
              </a:extLst>
            </p:cNvPr>
            <p:cNvSpPr/>
            <p:nvPr/>
          </p:nvSpPr>
          <p:spPr>
            <a:xfrm>
              <a:off x="3323256" y="1233192"/>
              <a:ext cx="2952369" cy="6263792"/>
            </a:xfrm>
            <a:prstGeom prst="roundRect">
              <a:avLst>
                <a:gd name="adj" fmla="val 1059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dirty="0"/>
            </a:p>
          </p:txBody>
        </p:sp>
        <p:sp>
          <p:nvSpPr>
            <p:cNvPr id="20" name="모서리가 둥근 직사각형 19">
              <a:extLst>
                <a:ext uri="{FF2B5EF4-FFF2-40B4-BE49-F238E27FC236}">
                  <a16:creationId xmlns:a16="http://schemas.microsoft.com/office/drawing/2014/main" id="{20D9471B-FE74-648C-D2CE-D382386CDEC3}"/>
                </a:ext>
              </a:extLst>
            </p:cNvPr>
            <p:cNvSpPr/>
            <p:nvPr/>
          </p:nvSpPr>
          <p:spPr>
            <a:xfrm>
              <a:off x="4079349" y="1255976"/>
              <a:ext cx="1619973" cy="288035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sp>
        <p:nvSpPr>
          <p:cNvPr id="21" name="모서리가 둥근 직사각형 20">
            <a:extLst>
              <a:ext uri="{FF2B5EF4-FFF2-40B4-BE49-F238E27FC236}">
                <a16:creationId xmlns:a16="http://schemas.microsoft.com/office/drawing/2014/main" id="{B7C9A01A-1254-8CB1-9BAB-8512854152D6}"/>
              </a:ext>
            </a:extLst>
          </p:cNvPr>
          <p:cNvSpPr/>
          <p:nvPr/>
        </p:nvSpPr>
        <p:spPr>
          <a:xfrm>
            <a:off x="6059404" y="1184018"/>
            <a:ext cx="2804188" cy="5881869"/>
          </a:xfrm>
          <a:prstGeom prst="roundRect">
            <a:avLst>
              <a:gd name="adj" fmla="val 10986"/>
            </a:avLst>
          </a:prstGeom>
          <a:solidFill>
            <a:srgbClr val="F5F2D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23" name="그림 22" descr="장난감, 플라스틱, 만화 영화이(가) 표시된 사진&#10;&#10;자동 생성된 설명">
            <a:extLst>
              <a:ext uri="{FF2B5EF4-FFF2-40B4-BE49-F238E27FC236}">
                <a16:creationId xmlns:a16="http://schemas.microsoft.com/office/drawing/2014/main" id="{2BBA56EE-0BCB-4B4C-FD85-34FAA789F6B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31412" y="3393480"/>
            <a:ext cx="2668760" cy="18414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25" name="그룹 3424"/>
          <p:cNvGrpSpPr/>
          <p:nvPr/>
        </p:nvGrpSpPr>
        <p:grpSpPr>
          <a:xfrm rot="10800000" flipH="1">
            <a:off x="-160707" y="-350936"/>
            <a:ext cx="5400601" cy="8640960"/>
            <a:chOff x="32665" y="0"/>
            <a:chExt cx="3506614" cy="7938992"/>
          </a:xfrm>
        </p:grpSpPr>
        <p:sp>
          <p:nvSpPr>
            <p:cNvPr id="3426" name="직사각형 5"/>
            <p:cNvSpPr/>
            <p:nvPr/>
          </p:nvSpPr>
          <p:spPr>
            <a:xfrm rot="10800000">
              <a:off x="32665" y="0"/>
              <a:ext cx="2671002" cy="7938991"/>
            </a:xfrm>
            <a:prstGeom prst="rect">
              <a:avLst/>
            </a:prstGeom>
            <a:solidFill>
              <a:srgbClr val="502962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ko-KR"/>
            </a:p>
          </p:txBody>
        </p:sp>
        <p:sp>
          <p:nvSpPr>
            <p:cNvPr id="3427" name="이등변 삼각형 3426"/>
            <p:cNvSpPr/>
            <p:nvPr/>
          </p:nvSpPr>
          <p:spPr>
            <a:xfrm rot="10800000">
              <a:off x="1739079" y="0"/>
              <a:ext cx="1800200" cy="7938992"/>
            </a:xfrm>
            <a:prstGeom prst="triangle">
              <a:avLst>
                <a:gd name="adj" fmla="val 47212"/>
              </a:avLst>
            </a:prstGeom>
            <a:solidFill>
              <a:srgbClr val="502962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ko-KR"/>
            </a:p>
          </p:txBody>
        </p:sp>
      </p:grpSp>
      <p:sp>
        <p:nvSpPr>
          <p:cNvPr id="3220" name="TextBox 4"/>
          <p:cNvSpPr txBox="1"/>
          <p:nvPr/>
        </p:nvSpPr>
        <p:spPr>
          <a:xfrm>
            <a:off x="366652" y="215903"/>
            <a:ext cx="2668572" cy="337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  <a:defRPr/>
            </a:pPr>
            <a:r>
              <a:rPr lang="en-US" altLang="ko-KR" sz="1600" dirty="0">
                <a:solidFill>
                  <a:schemeClr val="lt1"/>
                </a:solidFill>
                <a:latin typeface="바른돋움 2"/>
                <a:ea typeface="바른돋움 2"/>
              </a:rPr>
              <a:t>2.</a:t>
            </a:r>
            <a:r>
              <a:rPr lang="ko-KR" altLang="en-US" sz="1600" dirty="0">
                <a:solidFill>
                  <a:schemeClr val="lt1"/>
                </a:solidFill>
                <a:latin typeface="바른돋움 2"/>
                <a:ea typeface="바른돋움 2"/>
              </a:rPr>
              <a:t>  서비스모델</a:t>
            </a:r>
          </a:p>
        </p:txBody>
      </p:sp>
      <p:cxnSp>
        <p:nvCxnSpPr>
          <p:cNvPr id="3221" name="직선 연결선 2"/>
          <p:cNvCxnSpPr/>
          <p:nvPr/>
        </p:nvCxnSpPr>
        <p:spPr>
          <a:xfrm>
            <a:off x="366652" y="601606"/>
            <a:ext cx="2337068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22" name="TextBox 9"/>
          <p:cNvSpPr txBox="1"/>
          <p:nvPr/>
        </p:nvSpPr>
        <p:spPr>
          <a:xfrm>
            <a:off x="407854" y="673614"/>
            <a:ext cx="2195322" cy="267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200" dirty="0">
                <a:solidFill>
                  <a:schemeClr val="lt1"/>
                </a:solidFill>
                <a:latin typeface="바른돋움 2"/>
                <a:ea typeface="바른돋움 2"/>
              </a:rPr>
              <a:t>와이어프레임</a:t>
            </a:r>
            <a:r>
              <a:rPr lang="en-US" altLang="ko-KR" sz="1200" dirty="0">
                <a:solidFill>
                  <a:schemeClr val="lt1"/>
                </a:solidFill>
                <a:latin typeface="바른돋움 2"/>
                <a:ea typeface="바른돋움 2"/>
              </a:rPr>
              <a:t>(APP)</a:t>
            </a:r>
            <a:endParaRPr lang="ko-KR" altLang="en-US" sz="1200" dirty="0">
              <a:solidFill>
                <a:schemeClr val="lt1"/>
              </a:solidFill>
              <a:latin typeface="바른돋움 2"/>
              <a:ea typeface="바른돋움 2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9E22F561-0736-CEED-BC00-5C779DD6B339}"/>
              </a:ext>
            </a:extLst>
          </p:cNvPr>
          <p:cNvGrpSpPr/>
          <p:nvPr/>
        </p:nvGrpSpPr>
        <p:grpSpPr>
          <a:xfrm>
            <a:off x="284421" y="1233190"/>
            <a:ext cx="2952369" cy="6263794"/>
            <a:chOff x="3323256" y="1233190"/>
            <a:chExt cx="2952369" cy="6263794"/>
          </a:xfrm>
        </p:grpSpPr>
        <p:sp>
          <p:nvSpPr>
            <p:cNvPr id="3266" name="모서리가 둥근 직사각형 2"/>
            <p:cNvSpPr/>
            <p:nvPr/>
          </p:nvSpPr>
          <p:spPr>
            <a:xfrm>
              <a:off x="3323256" y="1233192"/>
              <a:ext cx="2952369" cy="6263792"/>
            </a:xfrm>
            <a:prstGeom prst="roundRect">
              <a:avLst>
                <a:gd name="adj" fmla="val 1059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3267" name="모서리가 둥근 직사각형 3266"/>
            <p:cNvSpPr/>
            <p:nvPr/>
          </p:nvSpPr>
          <p:spPr>
            <a:xfrm>
              <a:off x="3415067" y="1233190"/>
              <a:ext cx="2768746" cy="6122100"/>
            </a:xfrm>
            <a:prstGeom prst="roundRect">
              <a:avLst>
                <a:gd name="adj" fmla="val 8551"/>
              </a:avLst>
            </a:prstGeom>
            <a:blipFill>
              <a:blip r:embed="rId3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dirty="0"/>
            </a:p>
          </p:txBody>
        </p:sp>
        <p:sp>
          <p:nvSpPr>
            <p:cNvPr id="3298" name="모서리가 둥근 직사각형 3297"/>
            <p:cNvSpPr/>
            <p:nvPr/>
          </p:nvSpPr>
          <p:spPr>
            <a:xfrm>
              <a:off x="4079349" y="1255976"/>
              <a:ext cx="1619973" cy="288035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sp>
        <p:nvSpPr>
          <p:cNvPr id="3428" name="TextBox 3427"/>
          <p:cNvSpPr txBox="1"/>
          <p:nvPr/>
        </p:nvSpPr>
        <p:spPr>
          <a:xfrm>
            <a:off x="3323077" y="5985768"/>
            <a:ext cx="331235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800" b="1" dirty="0">
                <a:solidFill>
                  <a:schemeClr val="lt1"/>
                </a:solidFill>
                <a:latin typeface="Arial Black"/>
              </a:rPr>
              <a:t>우리</a:t>
            </a:r>
            <a:endParaRPr lang="en-US" altLang="ko-KR" sz="2800" b="1" dirty="0">
              <a:solidFill>
                <a:schemeClr val="lt1"/>
              </a:solidFill>
              <a:latin typeface="Arial Black"/>
            </a:endParaRPr>
          </a:p>
          <a:p>
            <a:pPr>
              <a:defRPr/>
            </a:pPr>
            <a:r>
              <a:rPr lang="ko-KR" altLang="en-US" sz="2800" b="1" dirty="0">
                <a:solidFill>
                  <a:schemeClr val="lt1"/>
                </a:solidFill>
                <a:latin typeface="Arial Black"/>
              </a:rPr>
              <a:t>아기의</a:t>
            </a:r>
            <a:endParaRPr lang="en-US" altLang="ko-KR" sz="2800" b="1" dirty="0">
              <a:solidFill>
                <a:schemeClr val="lt1"/>
              </a:solidFill>
              <a:latin typeface="Arial Black"/>
            </a:endParaRPr>
          </a:p>
          <a:p>
            <a:pPr>
              <a:defRPr/>
            </a:pPr>
            <a:r>
              <a:rPr lang="ko-KR" altLang="en-US" sz="2800" b="1" dirty="0">
                <a:solidFill>
                  <a:schemeClr val="lt1"/>
                </a:solidFill>
                <a:latin typeface="Arial Black"/>
              </a:rPr>
              <a:t>성장일지</a:t>
            </a:r>
            <a:endParaRPr lang="en-US" altLang="ko-KR" sz="2800" b="1" dirty="0">
              <a:solidFill>
                <a:schemeClr val="lt1"/>
              </a:solidFill>
              <a:latin typeface="Arial Black"/>
            </a:endParaRPr>
          </a:p>
        </p:txBody>
      </p:sp>
      <p:pic>
        <p:nvPicPr>
          <p:cNvPr id="2" name="그림 1" descr="텍스트, 폰트, 로고, 스크린샷이(가) 표시된 사진&#10;&#10;자동 생성된 설명">
            <a:extLst>
              <a:ext uri="{FF2B5EF4-FFF2-40B4-BE49-F238E27FC236}">
                <a16:creationId xmlns:a16="http://schemas.microsoft.com/office/drawing/2014/main" id="{0F8CDA6B-3523-D6EC-804C-81F9A75BE69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2047" y="302598"/>
            <a:ext cx="1682608" cy="452466"/>
          </a:xfrm>
          <a:prstGeom prst="rect">
            <a:avLst/>
          </a:prstGeom>
        </p:spPr>
      </p:pic>
      <p:sp>
        <p:nvSpPr>
          <p:cNvPr id="4" name="TextBox 6">
            <a:extLst>
              <a:ext uri="{FF2B5EF4-FFF2-40B4-BE49-F238E27FC236}">
                <a16:creationId xmlns:a16="http://schemas.microsoft.com/office/drawing/2014/main" id="{B20FB40D-4FE6-6A51-D7B8-3765C977A194}"/>
              </a:ext>
            </a:extLst>
          </p:cNvPr>
          <p:cNvSpPr txBox="1"/>
          <p:nvPr/>
        </p:nvSpPr>
        <p:spPr>
          <a:xfrm>
            <a:off x="6789373" y="2490475"/>
            <a:ext cx="534528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800" b="1" dirty="0">
                <a:solidFill>
                  <a:srgbClr val="502962"/>
                </a:solidFill>
                <a:latin typeface="Arial Black"/>
              </a:rPr>
              <a:t>4.</a:t>
            </a:r>
            <a:r>
              <a:rPr lang="ko-KR" altLang="en-US" sz="4800" b="1" dirty="0">
                <a:solidFill>
                  <a:srgbClr val="502962"/>
                </a:solidFill>
                <a:latin typeface="Arial Black"/>
              </a:rPr>
              <a:t> 성장 기록 관리</a:t>
            </a:r>
            <a:endParaRPr lang="ko-KR" altLang="en-US" sz="1600" b="1" dirty="0">
              <a:solidFill>
                <a:srgbClr val="502962"/>
              </a:solidFill>
              <a:latin typeface="바른돋움 2"/>
              <a:ea typeface="바른돋움 2"/>
              <a:cs typeface="바른돋움 3"/>
              <a:sym typeface="바른돋움 3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6A2A57-3FBD-9C97-C8E9-6A0FB2E7EA23}"/>
              </a:ext>
            </a:extLst>
          </p:cNvPr>
          <p:cNvSpPr txBox="1"/>
          <p:nvPr/>
        </p:nvSpPr>
        <p:spPr>
          <a:xfrm>
            <a:off x="6789373" y="3988999"/>
            <a:ext cx="24849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400" b="1" dirty="0"/>
              <a:t>-</a:t>
            </a:r>
            <a:r>
              <a:rPr kumimoji="1" lang="ko-KR" altLang="en-US" sz="2400" dirty="0"/>
              <a:t> 산모 수첩 역할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74E83D-ECFB-67C4-D0F3-A9C4BF2DB201}"/>
              </a:ext>
            </a:extLst>
          </p:cNvPr>
          <p:cNvSpPr txBox="1"/>
          <p:nvPr/>
        </p:nvSpPr>
        <p:spPr>
          <a:xfrm>
            <a:off x="6789373" y="5020630"/>
            <a:ext cx="5033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400" b="1" dirty="0"/>
              <a:t>-</a:t>
            </a:r>
            <a:r>
              <a:rPr kumimoji="1" lang="ko-KR" altLang="en-US" sz="2400" dirty="0"/>
              <a:t> 키</a:t>
            </a:r>
            <a:r>
              <a:rPr kumimoji="1" lang="en-US" altLang="ko-KR" sz="2400" dirty="0"/>
              <a:t>,</a:t>
            </a:r>
            <a:r>
              <a:rPr kumimoji="1" lang="ko-KR" altLang="en-US" sz="2400" dirty="0"/>
              <a:t> 몸무게와 같은 발달 단계 기록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C0157E-3601-09F3-E037-B73981B72C33}"/>
              </a:ext>
            </a:extLst>
          </p:cNvPr>
          <p:cNvSpPr txBox="1"/>
          <p:nvPr/>
        </p:nvSpPr>
        <p:spPr>
          <a:xfrm>
            <a:off x="6789373" y="6122599"/>
            <a:ext cx="49664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400" b="1" dirty="0"/>
              <a:t>-</a:t>
            </a:r>
            <a:r>
              <a:rPr kumimoji="1" lang="ko-KR" altLang="en-US" sz="2400" dirty="0"/>
              <a:t> 발달상 이상 징후 조기 발견 가능</a:t>
            </a:r>
          </a:p>
        </p:txBody>
      </p:sp>
      <p:pic>
        <p:nvPicPr>
          <p:cNvPr id="7" name="그림 6" descr="폰트, 그래픽, 노랑, 로고이(가) 표시된 사진&#10;&#10;자동 생성된 설명">
            <a:extLst>
              <a:ext uri="{FF2B5EF4-FFF2-40B4-BE49-F238E27FC236}">
                <a16:creationId xmlns:a16="http://schemas.microsoft.com/office/drawing/2014/main" id="{A02CB34F-41E5-8255-B3E6-64C82824E93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9373" y="1954907"/>
            <a:ext cx="1744813" cy="516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0813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3" name="TextBox 4"/>
          <p:cNvSpPr txBox="1"/>
          <p:nvPr/>
        </p:nvSpPr>
        <p:spPr>
          <a:xfrm>
            <a:off x="5699518" y="4545560"/>
            <a:ext cx="2664297" cy="348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  <a:defRPr/>
            </a:pPr>
            <a:r>
              <a:rPr lang="ko-KR" altLang="en-US" sz="1700">
                <a:solidFill>
                  <a:schemeClr val="lt1"/>
                </a:solidFill>
                <a:latin typeface="바른돋움 2"/>
                <a:ea typeface="바른돋움 2"/>
              </a:rPr>
              <a:t>커스터마이징 여행상품</a:t>
            </a:r>
            <a:r>
              <a:rPr lang="ko-KR" altLang="en-US" sz="1700">
                <a:solidFill>
                  <a:srgbClr val="502962"/>
                </a:solidFill>
                <a:latin typeface="바른돋움 2"/>
                <a:ea typeface="바른돋움 2"/>
              </a:rPr>
              <a:t> </a:t>
            </a:r>
          </a:p>
        </p:txBody>
      </p:sp>
      <p:grpSp>
        <p:nvGrpSpPr>
          <p:cNvPr id="3414" name="그룹 6"/>
          <p:cNvGrpSpPr/>
          <p:nvPr/>
        </p:nvGrpSpPr>
        <p:grpSpPr>
          <a:xfrm>
            <a:off x="10452047" y="369096"/>
            <a:ext cx="1678333" cy="370986"/>
            <a:chOff x="1766078" y="3775212"/>
            <a:chExt cx="6490815" cy="1429580"/>
          </a:xfrm>
        </p:grpSpPr>
        <p:grpSp>
          <p:nvGrpSpPr>
            <p:cNvPr id="3415" name="그룹 5"/>
            <p:cNvGrpSpPr/>
            <p:nvPr/>
          </p:nvGrpSpPr>
          <p:grpSpPr>
            <a:xfrm>
              <a:off x="1766078" y="3775212"/>
              <a:ext cx="1402319" cy="1309976"/>
              <a:chOff x="1766108" y="3775207"/>
              <a:chExt cx="1402319" cy="1309976"/>
            </a:xfrm>
          </p:grpSpPr>
          <p:pic>
            <p:nvPicPr>
              <p:cNvPr id="3416" name="그림 44"/>
              <p:cNvPicPr>
                <a:picLocks noChangeAspect="1"/>
              </p:cNvPicPr>
              <p:nvPr/>
            </p:nvPicPr>
            <p:blipFill rotWithShape="1">
              <a:blip r:embed="rId3"/>
              <a:srcRect r="81410"/>
              <a:stretch>
                <a:fillRect/>
              </a:stretch>
            </p:blipFill>
            <p:spPr>
              <a:xfrm>
                <a:off x="1766108" y="3775207"/>
                <a:ext cx="1330312" cy="1309976"/>
              </a:xfrm>
              <a:prstGeom prst="rect">
                <a:avLst/>
              </a:prstGeom>
            </p:spPr>
          </p:pic>
          <p:sp>
            <p:nvSpPr>
              <p:cNvPr id="3417" name="직사각형 1"/>
              <p:cNvSpPr/>
              <p:nvPr/>
            </p:nvSpPr>
            <p:spPr>
              <a:xfrm>
                <a:off x="3024411" y="3775207"/>
                <a:ext cx="144016" cy="130997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ko-KR" altLang="en-US"/>
              </a:p>
            </p:txBody>
          </p:sp>
        </p:grpSp>
        <p:pic>
          <p:nvPicPr>
            <p:cNvPr id="3418" name="그림 11"/>
            <p:cNvPicPr>
              <a:picLocks noChangeAspect="1"/>
            </p:cNvPicPr>
            <p:nvPr/>
          </p:nvPicPr>
          <p:blipFill rotWithShape="1">
            <a:blip r:embed="rId4"/>
            <a:srcRect l="22790" t="200" r="9340" b="10940"/>
            <a:stretch>
              <a:fillRect/>
            </a:stretch>
          </p:blipFill>
          <p:spPr>
            <a:xfrm>
              <a:off x="3168427" y="3861048"/>
              <a:ext cx="5088467" cy="1343744"/>
            </a:xfrm>
            <a:prstGeom prst="rect">
              <a:avLst/>
            </a:prstGeom>
          </p:spPr>
        </p:pic>
      </p:grpSp>
      <p:cxnSp>
        <p:nvCxnSpPr>
          <p:cNvPr id="3425" name="직선 연결선 2"/>
          <p:cNvCxnSpPr/>
          <p:nvPr/>
        </p:nvCxnSpPr>
        <p:spPr>
          <a:xfrm>
            <a:off x="366652" y="601606"/>
            <a:ext cx="1668632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26" name="TextBox 9"/>
          <p:cNvSpPr txBox="1"/>
          <p:nvPr/>
        </p:nvSpPr>
        <p:spPr>
          <a:xfrm>
            <a:off x="407854" y="673614"/>
            <a:ext cx="2195322" cy="267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200">
                <a:solidFill>
                  <a:schemeClr val="tx1">
                    <a:lumMod val="50000"/>
                    <a:lumOff val="50000"/>
                  </a:schemeClr>
                </a:solidFill>
                <a:latin typeface="바른돋움 2"/>
                <a:ea typeface="바른돋움 2"/>
              </a:rPr>
              <a:t>와이어프레임</a:t>
            </a:r>
            <a:r>
              <a:rPr lang="en-US" altLang="ko-KR" sz="1200">
                <a:solidFill>
                  <a:schemeClr val="tx1">
                    <a:lumMod val="50000"/>
                    <a:lumOff val="50000"/>
                  </a:schemeClr>
                </a:solidFill>
                <a:latin typeface="바른돋움 2"/>
                <a:ea typeface="바른돋움 2"/>
              </a:rPr>
              <a:t>(APP)</a:t>
            </a:r>
            <a:endParaRPr lang="ko-KR" altLang="en-US" sz="1200">
              <a:solidFill>
                <a:schemeClr val="tx1">
                  <a:lumMod val="50000"/>
                  <a:lumOff val="50000"/>
                </a:schemeClr>
              </a:solidFill>
              <a:latin typeface="바른돋움 2"/>
              <a:ea typeface="바른돋움 2"/>
            </a:endParaRPr>
          </a:p>
        </p:txBody>
      </p:sp>
      <p:sp>
        <p:nvSpPr>
          <p:cNvPr id="3427" name="TextBox 4"/>
          <p:cNvSpPr txBox="1"/>
          <p:nvPr/>
        </p:nvSpPr>
        <p:spPr>
          <a:xfrm>
            <a:off x="366652" y="215903"/>
            <a:ext cx="2668572" cy="337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  <a:defRPr/>
            </a:pPr>
            <a:r>
              <a:rPr lang="en-US" altLang="ko-KR" sz="1600">
                <a:latin typeface="바른돋움 2"/>
                <a:ea typeface="바른돋움 2"/>
              </a:rPr>
              <a:t>2.</a:t>
            </a:r>
            <a:r>
              <a:rPr lang="ko-KR" altLang="en-US" sz="1600">
                <a:latin typeface="바른돋움 2"/>
                <a:ea typeface="바른돋움 2"/>
              </a:rPr>
              <a:t>  서비스모델</a:t>
            </a:r>
          </a:p>
        </p:txBody>
      </p:sp>
      <p:grpSp>
        <p:nvGrpSpPr>
          <p:cNvPr id="3428" name="그룹 3427"/>
          <p:cNvGrpSpPr/>
          <p:nvPr/>
        </p:nvGrpSpPr>
        <p:grpSpPr>
          <a:xfrm flipH="1">
            <a:off x="6425110" y="-226362"/>
            <a:ext cx="6363742" cy="8498721"/>
            <a:chOff x="-5441139" y="61523"/>
            <a:chExt cx="3546488" cy="7943025"/>
          </a:xfrm>
        </p:grpSpPr>
        <p:sp>
          <p:nvSpPr>
            <p:cNvPr id="3431" name="직사각형 5"/>
            <p:cNvSpPr/>
            <p:nvPr/>
          </p:nvSpPr>
          <p:spPr>
            <a:xfrm rot="10776390">
              <a:off x="-5441139" y="65557"/>
              <a:ext cx="2671002" cy="7938991"/>
            </a:xfrm>
            <a:prstGeom prst="rect">
              <a:avLst/>
            </a:prstGeom>
            <a:solidFill>
              <a:srgbClr val="502962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ko-KR"/>
            </a:p>
          </p:txBody>
        </p:sp>
        <p:sp>
          <p:nvSpPr>
            <p:cNvPr id="3432" name="이등변 삼각형 3431"/>
            <p:cNvSpPr/>
            <p:nvPr/>
          </p:nvSpPr>
          <p:spPr>
            <a:xfrm rot="10800000">
              <a:off x="-3694850" y="61523"/>
              <a:ext cx="1800200" cy="7938992"/>
            </a:xfrm>
            <a:prstGeom prst="triangle">
              <a:avLst>
                <a:gd name="adj" fmla="val 47212"/>
              </a:avLst>
            </a:prstGeom>
            <a:solidFill>
              <a:srgbClr val="502962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 altLang="ko-KR"/>
            </a:p>
          </p:txBody>
        </p:sp>
      </p:grpSp>
      <p:grpSp>
        <p:nvGrpSpPr>
          <p:cNvPr id="3437" name="그룹 3436"/>
          <p:cNvGrpSpPr/>
          <p:nvPr/>
        </p:nvGrpSpPr>
        <p:grpSpPr>
          <a:xfrm>
            <a:off x="6131567" y="1646777"/>
            <a:ext cx="559905" cy="512052"/>
            <a:chOff x="6295468" y="1497637"/>
            <a:chExt cx="775930" cy="709614"/>
          </a:xfrm>
        </p:grpSpPr>
        <p:sp>
          <p:nvSpPr>
            <p:cNvPr id="3435" name="이등변 삼각형 3434"/>
            <p:cNvSpPr/>
            <p:nvPr/>
          </p:nvSpPr>
          <p:spPr>
            <a:xfrm rot="10678667">
              <a:off x="6679795" y="1566296"/>
              <a:ext cx="391603" cy="640955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3436" name="이등변 삼각형 3435"/>
            <p:cNvSpPr/>
            <p:nvPr/>
          </p:nvSpPr>
          <p:spPr>
            <a:xfrm rot="8266179">
              <a:off x="6295468" y="1497637"/>
              <a:ext cx="391603" cy="640955"/>
            </a:xfrm>
            <a:prstGeom prst="triangle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sp>
        <p:nvSpPr>
          <p:cNvPr id="3438" name="TextBox 3437"/>
          <p:cNvSpPr txBox="1"/>
          <p:nvPr/>
        </p:nvSpPr>
        <p:spPr>
          <a:xfrm>
            <a:off x="9227730" y="2071633"/>
            <a:ext cx="331235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800" b="1" dirty="0">
                <a:solidFill>
                  <a:schemeClr val="lt1"/>
                </a:solidFill>
                <a:latin typeface="Arial Black"/>
              </a:rPr>
              <a:t>아니 글쎄</a:t>
            </a:r>
            <a:r>
              <a:rPr lang="en-US" altLang="ko-KR" sz="2800" b="1" dirty="0">
                <a:solidFill>
                  <a:schemeClr val="lt1"/>
                </a:solidFill>
                <a:latin typeface="Arial Black"/>
              </a:rPr>
              <a:t>,</a:t>
            </a:r>
          </a:p>
          <a:p>
            <a:pPr>
              <a:defRPr/>
            </a:pPr>
            <a:r>
              <a:rPr lang="ko-KR" altLang="en-US" sz="2800" b="1" dirty="0">
                <a:solidFill>
                  <a:schemeClr val="lt1"/>
                </a:solidFill>
                <a:latin typeface="Arial Black"/>
              </a:rPr>
              <a:t>정확한 발음으로</a:t>
            </a:r>
            <a:endParaRPr lang="en-US" altLang="ko-KR" sz="2800" b="1" dirty="0">
              <a:solidFill>
                <a:schemeClr val="lt1"/>
              </a:solidFill>
              <a:latin typeface="Arial Black"/>
            </a:endParaRPr>
          </a:p>
          <a:p>
            <a:pPr>
              <a:defRPr/>
            </a:pPr>
            <a:r>
              <a:rPr lang="ko-KR" altLang="en-US" sz="2800" b="1" dirty="0">
                <a:solidFill>
                  <a:schemeClr val="lt1"/>
                </a:solidFill>
                <a:latin typeface="Arial Black"/>
              </a:rPr>
              <a:t>엄마라고 </a:t>
            </a:r>
            <a:r>
              <a:rPr lang="ko-KR" altLang="en-US" sz="2800" b="1" dirty="0" err="1">
                <a:solidFill>
                  <a:schemeClr val="lt1"/>
                </a:solidFill>
                <a:latin typeface="Arial Black"/>
              </a:rPr>
              <a:t>했다니깐</a:t>
            </a:r>
            <a:r>
              <a:rPr lang="en-US" altLang="ko-KR" sz="2800" b="1" dirty="0">
                <a:solidFill>
                  <a:schemeClr val="lt1"/>
                </a:solidFill>
                <a:latin typeface="Arial Black"/>
              </a:rPr>
              <a:t>?</a:t>
            </a:r>
          </a:p>
        </p:txBody>
      </p:sp>
      <p:pic>
        <p:nvPicPr>
          <p:cNvPr id="2" name="그림 1" descr="폰트, 그래픽, 로고, 상징이(가) 표시된 사진&#10;&#10;자동 생성된 설명">
            <a:extLst>
              <a:ext uri="{FF2B5EF4-FFF2-40B4-BE49-F238E27FC236}">
                <a16:creationId xmlns:a16="http://schemas.microsoft.com/office/drawing/2014/main" id="{ECFB2EC2-1232-384E-0204-D9F31FE795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1851" y="327544"/>
            <a:ext cx="1522585" cy="452466"/>
          </a:xfrm>
          <a:prstGeom prst="rect">
            <a:avLst/>
          </a:prstGeom>
        </p:spPr>
      </p:pic>
      <p:sp>
        <p:nvSpPr>
          <p:cNvPr id="3" name="TextBox 6">
            <a:extLst>
              <a:ext uri="{FF2B5EF4-FFF2-40B4-BE49-F238E27FC236}">
                <a16:creationId xmlns:a16="http://schemas.microsoft.com/office/drawing/2014/main" id="{3DB0EF3C-3E99-DB0A-7B53-C1EBFCFCC82D}"/>
              </a:ext>
            </a:extLst>
          </p:cNvPr>
          <p:cNvSpPr txBox="1"/>
          <p:nvPr/>
        </p:nvSpPr>
        <p:spPr>
          <a:xfrm>
            <a:off x="780479" y="2983180"/>
            <a:ext cx="549171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800" b="1" dirty="0">
                <a:solidFill>
                  <a:srgbClr val="502962"/>
                </a:solidFill>
                <a:latin typeface="Arial Black"/>
              </a:rPr>
              <a:t>5.</a:t>
            </a:r>
            <a:r>
              <a:rPr lang="ko-KR" altLang="en-US" sz="4800" b="1" dirty="0">
                <a:solidFill>
                  <a:srgbClr val="502962"/>
                </a:solidFill>
                <a:latin typeface="Arial Black"/>
              </a:rPr>
              <a:t> 채팅</a:t>
            </a:r>
            <a:r>
              <a:rPr lang="en-US" altLang="ko-KR" sz="4800" b="1" dirty="0">
                <a:solidFill>
                  <a:srgbClr val="502962"/>
                </a:solidFill>
                <a:latin typeface="Arial Black"/>
              </a:rPr>
              <a:t>&amp;</a:t>
            </a:r>
            <a:r>
              <a:rPr lang="ko-KR" altLang="en-US" sz="4800" b="1" dirty="0">
                <a:solidFill>
                  <a:srgbClr val="502962"/>
                </a:solidFill>
                <a:latin typeface="Arial Black"/>
              </a:rPr>
              <a:t>화상통화</a:t>
            </a:r>
            <a:endParaRPr lang="ko-KR" altLang="en-US" sz="1600" b="1" dirty="0">
              <a:solidFill>
                <a:srgbClr val="502962"/>
              </a:solidFill>
              <a:latin typeface="바른돋움 2"/>
              <a:ea typeface="바른돋움 2"/>
              <a:cs typeface="바른돋움 3"/>
              <a:sym typeface="바른돋움 3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DC5E9C-6D02-B18B-6266-CED2F13574F6}"/>
              </a:ext>
            </a:extLst>
          </p:cNvPr>
          <p:cNvSpPr txBox="1"/>
          <p:nvPr/>
        </p:nvSpPr>
        <p:spPr>
          <a:xfrm>
            <a:off x="780479" y="4443983"/>
            <a:ext cx="20681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400" b="1" dirty="0"/>
              <a:t>-</a:t>
            </a:r>
            <a:r>
              <a:rPr kumimoji="1" lang="ko-KR" altLang="en-US" sz="2400" dirty="0"/>
              <a:t> 실시간 소통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E1DF3B6-D974-0FCB-AA43-E2B70D6307C7}"/>
              </a:ext>
            </a:extLst>
          </p:cNvPr>
          <p:cNvSpPr txBox="1"/>
          <p:nvPr/>
        </p:nvSpPr>
        <p:spPr>
          <a:xfrm>
            <a:off x="780479" y="5452095"/>
            <a:ext cx="27927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400" b="1" dirty="0"/>
              <a:t>-</a:t>
            </a:r>
            <a:r>
              <a:rPr kumimoji="1" lang="ko-KR" altLang="en-US" sz="2400" dirty="0"/>
              <a:t> </a:t>
            </a:r>
            <a:r>
              <a:rPr kumimoji="1" lang="ko-KR" altLang="en-US" sz="2400" dirty="0" err="1"/>
              <a:t>비대면</a:t>
            </a:r>
            <a:r>
              <a:rPr kumimoji="1" lang="ko-KR" altLang="en-US" sz="2400" dirty="0"/>
              <a:t> 소통 가능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58659E-CC83-5352-4480-1A8D25173D90}"/>
              </a:ext>
            </a:extLst>
          </p:cNvPr>
          <p:cNvSpPr txBox="1"/>
          <p:nvPr/>
        </p:nvSpPr>
        <p:spPr>
          <a:xfrm>
            <a:off x="9227730" y="4183672"/>
            <a:ext cx="331235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ko-KR" altLang="en-US" sz="2400" b="1" dirty="0">
                <a:solidFill>
                  <a:schemeClr val="lt1">
                    <a:alpha val="56055"/>
                  </a:schemeClr>
                </a:solidFill>
                <a:latin typeface="Arial Black"/>
              </a:rPr>
              <a:t>벌써</a:t>
            </a:r>
            <a:r>
              <a:rPr lang="en-US" altLang="ko-KR" sz="2400" b="1" dirty="0">
                <a:solidFill>
                  <a:schemeClr val="lt1">
                    <a:alpha val="56055"/>
                  </a:schemeClr>
                </a:solidFill>
                <a:latin typeface="Arial Black"/>
              </a:rPr>
              <a:t>?</a:t>
            </a:r>
          </a:p>
          <a:p>
            <a:pPr algn="r">
              <a:defRPr/>
            </a:pPr>
            <a:r>
              <a:rPr lang="ko-KR" altLang="en-US" sz="2400" b="1" dirty="0">
                <a:solidFill>
                  <a:schemeClr val="lt1">
                    <a:alpha val="56055"/>
                  </a:schemeClr>
                </a:solidFill>
                <a:latin typeface="Arial Black"/>
              </a:rPr>
              <a:t>요즘 애들</a:t>
            </a:r>
            <a:endParaRPr lang="en-US" altLang="ko-KR" sz="2400" b="1" dirty="0">
              <a:solidFill>
                <a:schemeClr val="lt1">
                  <a:alpha val="56055"/>
                </a:schemeClr>
              </a:solidFill>
              <a:latin typeface="Arial Black"/>
            </a:endParaRPr>
          </a:p>
          <a:p>
            <a:pPr algn="r">
              <a:defRPr/>
            </a:pPr>
            <a:r>
              <a:rPr lang="ko-KR" altLang="en-US" sz="2400" b="1" dirty="0">
                <a:solidFill>
                  <a:schemeClr val="lt1">
                    <a:alpha val="56055"/>
                  </a:schemeClr>
                </a:solidFill>
                <a:latin typeface="Arial Black"/>
              </a:rPr>
              <a:t>정말 빨리 크네</a:t>
            </a:r>
            <a:r>
              <a:rPr lang="en-US" altLang="ko-KR" sz="2400" b="1" dirty="0">
                <a:solidFill>
                  <a:schemeClr val="lt1">
                    <a:alpha val="56055"/>
                  </a:schemeClr>
                </a:solidFill>
                <a:latin typeface="Arial Black"/>
              </a:rPr>
              <a:t>~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89CAB5-39E6-6CA6-A0C9-A0AF1BB2FF7E}"/>
              </a:ext>
            </a:extLst>
          </p:cNvPr>
          <p:cNvSpPr txBox="1"/>
          <p:nvPr/>
        </p:nvSpPr>
        <p:spPr>
          <a:xfrm>
            <a:off x="9227730" y="6233730"/>
            <a:ext cx="3312353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ko-KR" altLang="en-US" sz="2000" b="1" dirty="0">
                <a:solidFill>
                  <a:schemeClr val="lt1">
                    <a:alpha val="56055"/>
                  </a:schemeClr>
                </a:solidFill>
                <a:latin typeface="Arial Black"/>
              </a:rPr>
              <a:t>어머나 어머나</a:t>
            </a:r>
            <a:r>
              <a:rPr lang="en-US" altLang="ko-KR" sz="2000" b="1" dirty="0">
                <a:solidFill>
                  <a:schemeClr val="lt1">
                    <a:alpha val="56055"/>
                  </a:schemeClr>
                </a:solidFill>
                <a:latin typeface="Arial Black"/>
              </a:rPr>
              <a:t>..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CD480036-9D75-A886-7CA3-254A21F13004}"/>
              </a:ext>
            </a:extLst>
          </p:cNvPr>
          <p:cNvGrpSpPr/>
          <p:nvPr/>
        </p:nvGrpSpPr>
        <p:grpSpPr>
          <a:xfrm>
            <a:off x="6056604" y="1413665"/>
            <a:ext cx="2952369" cy="6263792"/>
            <a:chOff x="3323256" y="1233192"/>
            <a:chExt cx="2952369" cy="6263792"/>
          </a:xfrm>
        </p:grpSpPr>
        <p:sp>
          <p:nvSpPr>
            <p:cNvPr id="12" name="모서리가 둥근 직사각형 2">
              <a:extLst>
                <a:ext uri="{FF2B5EF4-FFF2-40B4-BE49-F238E27FC236}">
                  <a16:creationId xmlns:a16="http://schemas.microsoft.com/office/drawing/2014/main" id="{C5F4A659-5182-E8AF-258A-75130E1B9A51}"/>
                </a:ext>
              </a:extLst>
            </p:cNvPr>
            <p:cNvSpPr/>
            <p:nvPr/>
          </p:nvSpPr>
          <p:spPr>
            <a:xfrm>
              <a:off x="3323256" y="1233192"/>
              <a:ext cx="2952369" cy="6263792"/>
            </a:xfrm>
            <a:prstGeom prst="roundRect">
              <a:avLst>
                <a:gd name="adj" fmla="val 10593"/>
              </a:avLst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3" name="모서리가 둥근 직사각형 12">
              <a:extLst>
                <a:ext uri="{FF2B5EF4-FFF2-40B4-BE49-F238E27FC236}">
                  <a16:creationId xmlns:a16="http://schemas.microsoft.com/office/drawing/2014/main" id="{39F33245-1803-EDD7-9EA2-A970D5290BA3}"/>
                </a:ext>
              </a:extLst>
            </p:cNvPr>
            <p:cNvSpPr/>
            <p:nvPr/>
          </p:nvSpPr>
          <p:spPr>
            <a:xfrm>
              <a:off x="3415067" y="1431364"/>
              <a:ext cx="2768746" cy="5923926"/>
            </a:xfrm>
            <a:prstGeom prst="roundRect">
              <a:avLst>
                <a:gd name="adj" fmla="val 8551"/>
              </a:avLst>
            </a:prstGeom>
            <a:blipFill>
              <a:blip r:embed="rId6"/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 dirty="0"/>
            </a:p>
          </p:txBody>
        </p:sp>
        <p:sp>
          <p:nvSpPr>
            <p:cNvPr id="14" name="모서리가 둥근 직사각형 13">
              <a:extLst>
                <a:ext uri="{FF2B5EF4-FFF2-40B4-BE49-F238E27FC236}">
                  <a16:creationId xmlns:a16="http://schemas.microsoft.com/office/drawing/2014/main" id="{515E148C-8493-070C-2C0B-0026AEB3A1ED}"/>
                </a:ext>
              </a:extLst>
            </p:cNvPr>
            <p:cNvSpPr/>
            <p:nvPr/>
          </p:nvSpPr>
          <p:spPr>
            <a:xfrm>
              <a:off x="4079349" y="1255976"/>
              <a:ext cx="1619973" cy="288035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pic>
        <p:nvPicPr>
          <p:cNvPr id="15" name="그림 14" descr="폰트, 그래픽, 노랑, 로고이(가) 표시된 사진&#10;&#10;자동 생성된 설명">
            <a:extLst>
              <a:ext uri="{FF2B5EF4-FFF2-40B4-BE49-F238E27FC236}">
                <a16:creationId xmlns:a16="http://schemas.microsoft.com/office/drawing/2014/main" id="{C9EC8BD6-7F92-6960-7E12-576A1BA9214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065" y="2457376"/>
            <a:ext cx="1744813" cy="516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786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508493" y="8747"/>
            <a:ext cx="2300494" cy="463997"/>
          </a:xfrm>
          <a:prstGeom prst="rect">
            <a:avLst/>
          </a:prstGeom>
        </p:spPr>
      </p:pic>
      <p:sp>
        <p:nvSpPr>
          <p:cNvPr id="12" name="직사각형 5"/>
          <p:cNvSpPr/>
          <p:nvPr/>
        </p:nvSpPr>
        <p:spPr>
          <a:xfrm>
            <a:off x="7655879" y="-350936"/>
            <a:ext cx="5028220" cy="8496944"/>
          </a:xfrm>
          <a:prstGeom prst="rect">
            <a:avLst/>
          </a:prstGeom>
          <a:solidFill>
            <a:srgbClr val="502962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sp>
        <p:nvSpPr>
          <p:cNvPr id="27" name="TextBox 6"/>
          <p:cNvSpPr txBox="1"/>
          <p:nvPr/>
        </p:nvSpPr>
        <p:spPr>
          <a:xfrm>
            <a:off x="479001" y="3644583"/>
            <a:ext cx="1090915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000" dirty="0">
                <a:latin typeface="Arial Black"/>
              </a:rPr>
              <a:t>HOW </a:t>
            </a:r>
            <a:r>
              <a:rPr lang="en-US" altLang="ko-KR" sz="4000" dirty="0">
                <a:solidFill>
                  <a:schemeClr val="accent4"/>
                </a:solidFill>
                <a:latin typeface="Arial Black"/>
              </a:rPr>
              <a:t>To</a:t>
            </a:r>
            <a:r>
              <a:rPr lang="en-US" altLang="ko-KR" sz="4000" dirty="0">
                <a:latin typeface="Arial Black"/>
              </a:rPr>
              <a:t> DO ?</a:t>
            </a:r>
          </a:p>
          <a:p>
            <a:pPr marL="342900" indent="-342900">
              <a:buAutoNum type="arabicPeriod"/>
              <a:defRPr/>
            </a:pPr>
            <a:r>
              <a:rPr lang="ko-KR" altLang="en-US" sz="1200" dirty="0">
                <a:latin typeface="바른돋움 2"/>
                <a:ea typeface="바른돋움 2"/>
                <a:cs typeface="바른돋움 3"/>
                <a:sym typeface="바른돋움 3"/>
              </a:rPr>
              <a:t>개발 환경</a:t>
            </a:r>
          </a:p>
          <a:p>
            <a:pPr marL="342900" indent="-342900">
              <a:buAutoNum type="arabicPeriod"/>
              <a:defRPr/>
            </a:pPr>
            <a:r>
              <a:rPr lang="ko-KR" altLang="en-US" sz="1200" dirty="0">
                <a:latin typeface="바른돋움 2"/>
                <a:ea typeface="바른돋움 2"/>
                <a:cs typeface="바른돋움 3"/>
                <a:sym typeface="바른돋움 3"/>
              </a:rPr>
              <a:t>향후 계획</a:t>
            </a:r>
          </a:p>
        </p:txBody>
      </p:sp>
      <p:pic>
        <p:nvPicPr>
          <p:cNvPr id="2" name="그림 1" descr="폰트, 그래픽, 노랑, 로고이(가) 표시된 사진&#10;&#10;자동 생성된 설명">
            <a:extLst>
              <a:ext uri="{FF2B5EF4-FFF2-40B4-BE49-F238E27FC236}">
                <a16:creationId xmlns:a16="http://schemas.microsoft.com/office/drawing/2014/main" id="{E49B3B68-58D8-89F1-1AC5-006A46759E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864" y="3056503"/>
            <a:ext cx="2113123" cy="625009"/>
          </a:xfrm>
          <a:prstGeom prst="rect">
            <a:avLst/>
          </a:prstGeom>
        </p:spPr>
      </p:pic>
      <p:pic>
        <p:nvPicPr>
          <p:cNvPr id="3" name="그림 2" descr="폰트, 그래픽, 로고, 상징이(가) 표시된 사진&#10;&#10;자동 생성된 설명">
            <a:extLst>
              <a:ext uri="{FF2B5EF4-FFF2-40B4-BE49-F238E27FC236}">
                <a16:creationId xmlns:a16="http://schemas.microsoft.com/office/drawing/2014/main" id="{023376C3-EA79-FE82-B926-24FB200A07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1851" y="327544"/>
            <a:ext cx="1522585" cy="4524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텍스트, 폰트, 로고, 스크린샷이(가) 표시된 사진&#10;&#10;자동 생성된 설명">
            <a:extLst>
              <a:ext uri="{FF2B5EF4-FFF2-40B4-BE49-F238E27FC236}">
                <a16:creationId xmlns:a16="http://schemas.microsoft.com/office/drawing/2014/main" id="{DDA66DB7-FBA9-D1AA-7482-AAF8D09A13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2047" y="302598"/>
            <a:ext cx="1682608" cy="452466"/>
          </a:xfrm>
          <a:prstGeom prst="rect">
            <a:avLst/>
          </a:prstGeom>
        </p:spPr>
      </p:pic>
      <p:pic>
        <p:nvPicPr>
          <p:cNvPr id="3" name="그림 2" descr="스크린샷, 텍스트, 휴대 전화, 멀티미디어이(가) 표시된 사진&#10;&#10;자동 생성된 설명">
            <a:extLst>
              <a:ext uri="{FF2B5EF4-FFF2-40B4-BE49-F238E27FC236}">
                <a16:creationId xmlns:a16="http://schemas.microsoft.com/office/drawing/2014/main" id="{D977EB66-F4CB-4B8E-C714-93DB5D08BA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6984" y="1520862"/>
            <a:ext cx="8824951" cy="6401297"/>
          </a:xfrm>
          <a:prstGeom prst="rect">
            <a:avLst/>
          </a:prstGeom>
        </p:spPr>
      </p:pic>
      <p:cxnSp>
        <p:nvCxnSpPr>
          <p:cNvPr id="4" name="직선 연결선 2">
            <a:extLst>
              <a:ext uri="{FF2B5EF4-FFF2-40B4-BE49-F238E27FC236}">
                <a16:creationId xmlns:a16="http://schemas.microsoft.com/office/drawing/2014/main" id="{D8D077C2-6822-B1A9-7980-8C54D5212AE4}"/>
              </a:ext>
            </a:extLst>
          </p:cNvPr>
          <p:cNvCxnSpPr/>
          <p:nvPr/>
        </p:nvCxnSpPr>
        <p:spPr>
          <a:xfrm>
            <a:off x="366652" y="601606"/>
            <a:ext cx="1668632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9">
            <a:extLst>
              <a:ext uri="{FF2B5EF4-FFF2-40B4-BE49-F238E27FC236}">
                <a16:creationId xmlns:a16="http://schemas.microsoft.com/office/drawing/2014/main" id="{A3FB9DAC-EC9D-6846-3832-1FA1E2773695}"/>
              </a:ext>
            </a:extLst>
          </p:cNvPr>
          <p:cNvSpPr txBox="1"/>
          <p:nvPr/>
        </p:nvSpPr>
        <p:spPr>
          <a:xfrm>
            <a:off x="407854" y="673614"/>
            <a:ext cx="219532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바른돋움 2"/>
                <a:ea typeface="바른돋움 2"/>
              </a:rPr>
              <a:t>개발 환경</a:t>
            </a:r>
          </a:p>
        </p:txBody>
      </p:sp>
      <p:sp>
        <p:nvSpPr>
          <p:cNvPr id="6" name="TextBox 4">
            <a:extLst>
              <a:ext uri="{FF2B5EF4-FFF2-40B4-BE49-F238E27FC236}">
                <a16:creationId xmlns:a16="http://schemas.microsoft.com/office/drawing/2014/main" id="{0E1B8030-B5D9-596A-169C-4551004E50CD}"/>
              </a:ext>
            </a:extLst>
          </p:cNvPr>
          <p:cNvSpPr txBox="1"/>
          <p:nvPr/>
        </p:nvSpPr>
        <p:spPr>
          <a:xfrm>
            <a:off x="366652" y="215903"/>
            <a:ext cx="2668572" cy="337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  <a:defRPr/>
            </a:pPr>
            <a:r>
              <a:rPr lang="en-US" altLang="ko-KR" sz="1600" dirty="0">
                <a:latin typeface="바른돋움 2"/>
                <a:ea typeface="바른돋움 2"/>
              </a:rPr>
              <a:t>1.</a:t>
            </a:r>
            <a:r>
              <a:rPr lang="ko-KR" altLang="en-US" sz="1600" dirty="0">
                <a:latin typeface="바른돋움 2"/>
                <a:ea typeface="바른돋움 2"/>
              </a:rPr>
              <a:t>  개발 환경</a:t>
            </a:r>
          </a:p>
        </p:txBody>
      </p:sp>
    </p:spTree>
    <p:extLst>
      <p:ext uri="{BB962C8B-B14F-4D97-AF65-F5344CB8AC3E}">
        <p14:creationId xmlns:p14="http://schemas.microsoft.com/office/powerpoint/2010/main" val="3669767456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4"/>
          <p:cNvSpPr txBox="1"/>
          <p:nvPr/>
        </p:nvSpPr>
        <p:spPr>
          <a:xfrm>
            <a:off x="366652" y="215903"/>
            <a:ext cx="2668572" cy="337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  <a:defRPr/>
            </a:pPr>
            <a:r>
              <a:rPr lang="en-US" altLang="ko-KR" sz="1600" dirty="0">
                <a:latin typeface="바른돋움 2"/>
                <a:ea typeface="바른돋움 2"/>
              </a:rPr>
              <a:t>2.</a:t>
            </a:r>
            <a:r>
              <a:rPr lang="ko-KR" altLang="en-US" sz="1600" dirty="0">
                <a:latin typeface="바른돋움 2"/>
                <a:ea typeface="바른돋움 2"/>
              </a:rPr>
              <a:t>   향후 계획</a:t>
            </a:r>
          </a:p>
        </p:txBody>
      </p:sp>
      <p:cxnSp>
        <p:nvCxnSpPr>
          <p:cNvPr id="70" name="직선 연결선 2"/>
          <p:cNvCxnSpPr/>
          <p:nvPr/>
        </p:nvCxnSpPr>
        <p:spPr>
          <a:xfrm>
            <a:off x="366652" y="601606"/>
            <a:ext cx="2221406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9"/>
          <p:cNvSpPr txBox="1"/>
          <p:nvPr/>
        </p:nvSpPr>
        <p:spPr>
          <a:xfrm>
            <a:off x="407854" y="673614"/>
            <a:ext cx="269937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바른돋움 2"/>
                <a:ea typeface="바른돋움 2"/>
              </a:rPr>
              <a:t>단기 세부 계획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661003" y="1593280"/>
            <a:ext cx="11159000" cy="50405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grpSp>
        <p:nvGrpSpPr>
          <p:cNvPr id="7" name="그룹 6"/>
          <p:cNvGrpSpPr/>
          <p:nvPr/>
        </p:nvGrpSpPr>
        <p:grpSpPr>
          <a:xfrm>
            <a:off x="661003" y="2169344"/>
            <a:ext cx="11159000" cy="5472608"/>
            <a:chOff x="661003" y="2169344"/>
            <a:chExt cx="11159000" cy="4968552"/>
          </a:xfrm>
        </p:grpSpPr>
        <p:sp>
          <p:nvSpPr>
            <p:cNvPr id="29" name="직사각형 28"/>
            <p:cNvSpPr/>
            <p:nvPr/>
          </p:nvSpPr>
          <p:spPr>
            <a:xfrm>
              <a:off x="661003" y="2169344"/>
              <a:ext cx="826972" cy="4968552"/>
            </a:xfrm>
            <a:prstGeom prst="rect">
              <a:avLst/>
            </a:prstGeom>
            <a:solidFill>
              <a:srgbClr val="F5F3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1597107" y="2169344"/>
              <a:ext cx="826972" cy="4968552"/>
            </a:xfrm>
            <a:prstGeom prst="rect">
              <a:avLst/>
            </a:prstGeom>
            <a:solidFill>
              <a:srgbClr val="F5F3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2533211" y="2169344"/>
              <a:ext cx="826972" cy="4968552"/>
            </a:xfrm>
            <a:prstGeom prst="rect">
              <a:avLst/>
            </a:prstGeom>
            <a:solidFill>
              <a:srgbClr val="F5F3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3469315" y="2169344"/>
              <a:ext cx="826972" cy="4968552"/>
            </a:xfrm>
            <a:prstGeom prst="rect">
              <a:avLst/>
            </a:prstGeom>
            <a:solidFill>
              <a:srgbClr val="F5F3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4405419" y="2169344"/>
              <a:ext cx="826972" cy="4968552"/>
            </a:xfrm>
            <a:prstGeom prst="rect">
              <a:avLst/>
            </a:prstGeom>
            <a:solidFill>
              <a:srgbClr val="F5F3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직사각형 34"/>
            <p:cNvSpPr/>
            <p:nvPr/>
          </p:nvSpPr>
          <p:spPr>
            <a:xfrm>
              <a:off x="5341523" y="2169344"/>
              <a:ext cx="826972" cy="4968552"/>
            </a:xfrm>
            <a:prstGeom prst="rect">
              <a:avLst/>
            </a:prstGeom>
            <a:solidFill>
              <a:srgbClr val="F5F3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직사각형 35"/>
            <p:cNvSpPr/>
            <p:nvPr/>
          </p:nvSpPr>
          <p:spPr>
            <a:xfrm>
              <a:off x="6277627" y="2169344"/>
              <a:ext cx="826972" cy="4968552"/>
            </a:xfrm>
            <a:prstGeom prst="rect">
              <a:avLst/>
            </a:prstGeom>
            <a:solidFill>
              <a:srgbClr val="F5F3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7" name="직사각형 36"/>
            <p:cNvSpPr/>
            <p:nvPr/>
          </p:nvSpPr>
          <p:spPr>
            <a:xfrm>
              <a:off x="7213731" y="2169344"/>
              <a:ext cx="826972" cy="4968552"/>
            </a:xfrm>
            <a:prstGeom prst="rect">
              <a:avLst/>
            </a:prstGeom>
            <a:solidFill>
              <a:srgbClr val="F5F3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8" name="직사각형 37"/>
            <p:cNvSpPr/>
            <p:nvPr/>
          </p:nvSpPr>
          <p:spPr>
            <a:xfrm>
              <a:off x="8149835" y="2169344"/>
              <a:ext cx="826972" cy="4968552"/>
            </a:xfrm>
            <a:prstGeom prst="rect">
              <a:avLst/>
            </a:prstGeom>
            <a:solidFill>
              <a:srgbClr val="F5F3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9" name="직사각형 38"/>
            <p:cNvSpPr/>
            <p:nvPr/>
          </p:nvSpPr>
          <p:spPr>
            <a:xfrm>
              <a:off x="9120823" y="2169344"/>
              <a:ext cx="826972" cy="4968552"/>
            </a:xfrm>
            <a:prstGeom prst="rect">
              <a:avLst/>
            </a:prstGeom>
            <a:solidFill>
              <a:srgbClr val="F5F3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10056927" y="2169344"/>
              <a:ext cx="826972" cy="4968552"/>
            </a:xfrm>
            <a:prstGeom prst="rect">
              <a:avLst/>
            </a:prstGeom>
            <a:solidFill>
              <a:srgbClr val="F5F3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10993031" y="2169344"/>
              <a:ext cx="826972" cy="4968552"/>
            </a:xfrm>
            <a:prstGeom prst="rect">
              <a:avLst/>
            </a:prstGeom>
            <a:solidFill>
              <a:srgbClr val="F5F3F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45" name="TextBox 9"/>
          <p:cNvSpPr txBox="1"/>
          <p:nvPr/>
        </p:nvSpPr>
        <p:spPr>
          <a:xfrm>
            <a:off x="837663" y="1686774"/>
            <a:ext cx="8292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 dirty="0">
                <a:latin typeface="바른돋움 2"/>
                <a:ea typeface="바른돋움 2"/>
              </a:rPr>
              <a:t>4</a:t>
            </a:r>
            <a:r>
              <a:rPr lang="ko-KR" altLang="en-US" sz="1600" dirty="0">
                <a:latin typeface="바른돋움 2"/>
                <a:ea typeface="바른돋움 2"/>
              </a:rPr>
              <a:t>주</a:t>
            </a:r>
          </a:p>
        </p:txBody>
      </p:sp>
      <p:sp>
        <p:nvSpPr>
          <p:cNvPr id="46" name="TextBox 9"/>
          <p:cNvSpPr txBox="1"/>
          <p:nvPr/>
        </p:nvSpPr>
        <p:spPr>
          <a:xfrm>
            <a:off x="1773767" y="1686774"/>
            <a:ext cx="8292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 dirty="0">
                <a:latin typeface="바른돋움 2"/>
                <a:ea typeface="바른돋움 2"/>
              </a:rPr>
              <a:t>5</a:t>
            </a:r>
            <a:r>
              <a:rPr lang="ko-KR" altLang="en-US" sz="1600" dirty="0">
                <a:latin typeface="바른돋움 2"/>
                <a:ea typeface="바른돋움 2"/>
              </a:rPr>
              <a:t>주</a:t>
            </a:r>
          </a:p>
        </p:txBody>
      </p:sp>
      <p:sp>
        <p:nvSpPr>
          <p:cNvPr id="47" name="TextBox 9"/>
          <p:cNvSpPr txBox="1"/>
          <p:nvPr/>
        </p:nvSpPr>
        <p:spPr>
          <a:xfrm>
            <a:off x="2709871" y="1686774"/>
            <a:ext cx="8292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 dirty="0">
                <a:latin typeface="바른돋움 2"/>
                <a:ea typeface="바른돋움 2"/>
              </a:rPr>
              <a:t>6</a:t>
            </a:r>
            <a:r>
              <a:rPr lang="ko-KR" altLang="en-US" sz="1600" dirty="0">
                <a:latin typeface="바른돋움 2"/>
                <a:ea typeface="바른돋움 2"/>
              </a:rPr>
              <a:t>주</a:t>
            </a:r>
          </a:p>
        </p:txBody>
      </p:sp>
      <p:sp>
        <p:nvSpPr>
          <p:cNvPr id="48" name="TextBox 9"/>
          <p:cNvSpPr txBox="1"/>
          <p:nvPr/>
        </p:nvSpPr>
        <p:spPr>
          <a:xfrm>
            <a:off x="3645975" y="1686774"/>
            <a:ext cx="8292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 dirty="0">
                <a:latin typeface="바른돋움 2"/>
                <a:ea typeface="바른돋움 2"/>
              </a:rPr>
              <a:t>7</a:t>
            </a:r>
            <a:r>
              <a:rPr lang="ko-KR" altLang="en-US" sz="1600" dirty="0">
                <a:latin typeface="바른돋움 2"/>
                <a:ea typeface="바른돋움 2"/>
              </a:rPr>
              <a:t>주</a:t>
            </a:r>
          </a:p>
        </p:txBody>
      </p:sp>
      <p:sp>
        <p:nvSpPr>
          <p:cNvPr id="49" name="TextBox 9"/>
          <p:cNvSpPr txBox="1"/>
          <p:nvPr/>
        </p:nvSpPr>
        <p:spPr>
          <a:xfrm>
            <a:off x="4582079" y="1686774"/>
            <a:ext cx="8292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 dirty="0">
                <a:latin typeface="바른돋움 2"/>
                <a:ea typeface="바른돋움 2"/>
              </a:rPr>
              <a:t>8</a:t>
            </a:r>
            <a:r>
              <a:rPr lang="ko-KR" altLang="en-US" sz="1600" dirty="0">
                <a:latin typeface="바른돋움 2"/>
                <a:ea typeface="바른돋움 2"/>
              </a:rPr>
              <a:t>주</a:t>
            </a:r>
          </a:p>
        </p:txBody>
      </p:sp>
      <p:sp>
        <p:nvSpPr>
          <p:cNvPr id="50" name="TextBox 9"/>
          <p:cNvSpPr txBox="1"/>
          <p:nvPr/>
        </p:nvSpPr>
        <p:spPr>
          <a:xfrm>
            <a:off x="5518183" y="1686774"/>
            <a:ext cx="8292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 dirty="0">
                <a:latin typeface="바른돋움 2"/>
                <a:ea typeface="바른돋움 2"/>
              </a:rPr>
              <a:t>9</a:t>
            </a:r>
            <a:r>
              <a:rPr lang="ko-KR" altLang="en-US" sz="1600" dirty="0">
                <a:latin typeface="바른돋움 2"/>
                <a:ea typeface="바른돋움 2"/>
              </a:rPr>
              <a:t>주</a:t>
            </a:r>
          </a:p>
        </p:txBody>
      </p:sp>
      <p:sp>
        <p:nvSpPr>
          <p:cNvPr id="51" name="TextBox 9"/>
          <p:cNvSpPr txBox="1"/>
          <p:nvPr/>
        </p:nvSpPr>
        <p:spPr>
          <a:xfrm>
            <a:off x="6454287" y="1686774"/>
            <a:ext cx="8292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 dirty="0">
                <a:latin typeface="바른돋움 2"/>
                <a:ea typeface="바른돋움 2"/>
              </a:rPr>
              <a:t>10</a:t>
            </a:r>
            <a:r>
              <a:rPr lang="ko-KR" altLang="en-US" sz="1600" dirty="0">
                <a:latin typeface="바른돋움 2"/>
                <a:ea typeface="바른돋움 2"/>
              </a:rPr>
              <a:t>주</a:t>
            </a:r>
          </a:p>
        </p:txBody>
      </p:sp>
      <p:sp>
        <p:nvSpPr>
          <p:cNvPr id="52" name="TextBox 9"/>
          <p:cNvSpPr txBox="1"/>
          <p:nvPr/>
        </p:nvSpPr>
        <p:spPr>
          <a:xfrm>
            <a:off x="7390391" y="1686774"/>
            <a:ext cx="8292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 dirty="0">
                <a:latin typeface="바른돋움 2"/>
                <a:ea typeface="바른돋움 2"/>
              </a:rPr>
              <a:t>11</a:t>
            </a:r>
            <a:r>
              <a:rPr lang="ko-KR" altLang="en-US" sz="1600" dirty="0">
                <a:latin typeface="바른돋움 2"/>
                <a:ea typeface="바른돋움 2"/>
              </a:rPr>
              <a:t>주</a:t>
            </a:r>
          </a:p>
        </p:txBody>
      </p:sp>
      <p:sp>
        <p:nvSpPr>
          <p:cNvPr id="53" name="TextBox 9"/>
          <p:cNvSpPr txBox="1"/>
          <p:nvPr/>
        </p:nvSpPr>
        <p:spPr>
          <a:xfrm>
            <a:off x="8326495" y="1686774"/>
            <a:ext cx="8292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 dirty="0">
                <a:latin typeface="바른돋움 2"/>
                <a:ea typeface="바른돋움 2"/>
              </a:rPr>
              <a:t>12</a:t>
            </a:r>
            <a:r>
              <a:rPr lang="ko-KR" altLang="en-US" sz="1600" dirty="0">
                <a:latin typeface="바른돋움 2"/>
                <a:ea typeface="바른돋움 2"/>
              </a:rPr>
              <a:t>주</a:t>
            </a:r>
          </a:p>
        </p:txBody>
      </p:sp>
      <p:sp>
        <p:nvSpPr>
          <p:cNvPr id="54" name="TextBox 9"/>
          <p:cNvSpPr txBox="1"/>
          <p:nvPr/>
        </p:nvSpPr>
        <p:spPr>
          <a:xfrm>
            <a:off x="9262599" y="1686774"/>
            <a:ext cx="8292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 dirty="0">
                <a:latin typeface="바른돋움 2"/>
                <a:ea typeface="바른돋움 2"/>
              </a:rPr>
              <a:t>13</a:t>
            </a:r>
            <a:r>
              <a:rPr lang="ko-KR" altLang="en-US" sz="1600" dirty="0">
                <a:latin typeface="바른돋움 2"/>
                <a:ea typeface="바른돋움 2"/>
              </a:rPr>
              <a:t>주</a:t>
            </a:r>
          </a:p>
        </p:txBody>
      </p:sp>
      <p:sp>
        <p:nvSpPr>
          <p:cNvPr id="55" name="TextBox 9"/>
          <p:cNvSpPr txBox="1"/>
          <p:nvPr/>
        </p:nvSpPr>
        <p:spPr>
          <a:xfrm>
            <a:off x="10198703" y="1686774"/>
            <a:ext cx="8292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 dirty="0">
                <a:latin typeface="바른돋움 2"/>
                <a:ea typeface="바른돋움 2"/>
              </a:rPr>
              <a:t>14</a:t>
            </a:r>
            <a:r>
              <a:rPr lang="ko-KR" altLang="en-US" sz="1600" dirty="0">
                <a:latin typeface="바른돋움 2"/>
                <a:ea typeface="바른돋움 2"/>
              </a:rPr>
              <a:t>주</a:t>
            </a:r>
          </a:p>
        </p:txBody>
      </p:sp>
      <p:sp>
        <p:nvSpPr>
          <p:cNvPr id="56" name="TextBox 9"/>
          <p:cNvSpPr txBox="1"/>
          <p:nvPr/>
        </p:nvSpPr>
        <p:spPr>
          <a:xfrm>
            <a:off x="11134807" y="1686774"/>
            <a:ext cx="82921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 dirty="0">
                <a:latin typeface="바른돋움 2"/>
                <a:ea typeface="바른돋움 2"/>
              </a:rPr>
              <a:t>15</a:t>
            </a:r>
            <a:r>
              <a:rPr lang="ko-KR" altLang="en-US" sz="1600" dirty="0">
                <a:latin typeface="바른돋움 2"/>
                <a:ea typeface="바른돋움 2"/>
              </a:rPr>
              <a:t>주</a:t>
            </a:r>
          </a:p>
        </p:txBody>
      </p:sp>
      <p:sp>
        <p:nvSpPr>
          <p:cNvPr id="6" name="모서리가 둥근 직사각형 5"/>
          <p:cNvSpPr/>
          <p:nvPr/>
        </p:nvSpPr>
        <p:spPr>
          <a:xfrm>
            <a:off x="661003" y="2313360"/>
            <a:ext cx="2664296" cy="432048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atin typeface="바른돋움 1" panose="02020503020101020101" pitchFamily="18" charset="-127"/>
                <a:ea typeface="바른돋움 1" panose="02020503020101020101" pitchFamily="18" charset="-127"/>
              </a:rPr>
              <a:t>아이디어 고도화</a:t>
            </a:r>
          </a:p>
        </p:txBody>
      </p:sp>
      <p:sp>
        <p:nvSpPr>
          <p:cNvPr id="58" name="모서리가 둥근 직사각형 57"/>
          <p:cNvSpPr/>
          <p:nvPr/>
        </p:nvSpPr>
        <p:spPr>
          <a:xfrm>
            <a:off x="658763" y="2817416"/>
            <a:ext cx="1765316" cy="36004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accent4">
                    <a:lumMod val="50000"/>
                  </a:schemeClr>
                </a:solidFill>
                <a:latin typeface="바른돋움 1" panose="02020503020101020101" pitchFamily="18" charset="-127"/>
                <a:ea typeface="바른돋움 1" panose="02020503020101020101" pitchFamily="18" charset="-127"/>
              </a:rPr>
              <a:t>앱 버그 수정</a:t>
            </a:r>
          </a:p>
        </p:txBody>
      </p:sp>
      <p:sp>
        <p:nvSpPr>
          <p:cNvPr id="59" name="모서리가 둥근 직사각형 58"/>
          <p:cNvSpPr/>
          <p:nvPr/>
        </p:nvSpPr>
        <p:spPr>
          <a:xfrm>
            <a:off x="1597107" y="3897536"/>
            <a:ext cx="3221798" cy="36004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accent4">
                    <a:lumMod val="50000"/>
                  </a:schemeClr>
                </a:solidFill>
                <a:latin typeface="바른돋움 1" panose="02020503020101020101" pitchFamily="18" charset="-127"/>
                <a:ea typeface="바른돋움 1" panose="02020503020101020101" pitchFamily="18" charset="-127"/>
              </a:rPr>
              <a:t>커뮤니티 개발</a:t>
            </a:r>
          </a:p>
        </p:txBody>
      </p:sp>
      <p:sp>
        <p:nvSpPr>
          <p:cNvPr id="61" name="모서리가 둥근 직사각형 60"/>
          <p:cNvSpPr/>
          <p:nvPr/>
        </p:nvSpPr>
        <p:spPr>
          <a:xfrm>
            <a:off x="5341523" y="5049664"/>
            <a:ext cx="2699180" cy="36004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accent4">
                    <a:lumMod val="50000"/>
                  </a:schemeClr>
                </a:solidFill>
                <a:latin typeface="바른돋움 1" panose="02020503020101020101" pitchFamily="18" charset="-127"/>
                <a:ea typeface="바른돋움 1" panose="02020503020101020101" pitchFamily="18" charset="-127"/>
              </a:rPr>
              <a:t>아기</a:t>
            </a:r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바른돋움 1" panose="02020503020101020101" pitchFamily="18" charset="-127"/>
                <a:ea typeface="바른돋움 1" panose="02020503020101020101" pitchFamily="18" charset="-127"/>
              </a:rPr>
              <a:t>,</a:t>
            </a:r>
            <a:r>
              <a:rPr lang="ko-KR" altLang="en-US" sz="1300" b="1" dirty="0">
                <a:solidFill>
                  <a:schemeClr val="accent4">
                    <a:lumMod val="50000"/>
                  </a:schemeClr>
                </a:solidFill>
                <a:latin typeface="바른돋움 1" panose="02020503020101020101" pitchFamily="18" charset="-127"/>
                <a:ea typeface="바른돋움 1" panose="02020503020101020101" pitchFamily="18" charset="-127"/>
              </a:rPr>
              <a:t> 고객 관리 페이지</a:t>
            </a:r>
          </a:p>
        </p:txBody>
      </p:sp>
      <p:sp>
        <p:nvSpPr>
          <p:cNvPr id="78" name="모서리가 둥근 직사각형 77"/>
          <p:cNvSpPr/>
          <p:nvPr/>
        </p:nvSpPr>
        <p:spPr>
          <a:xfrm>
            <a:off x="8149835" y="6006232"/>
            <a:ext cx="2734064" cy="432048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>
                <a:latin typeface="바른돋움 1" panose="02020503020101020101" pitchFamily="18" charset="-127"/>
                <a:ea typeface="바른돋움 1" panose="02020503020101020101" pitchFamily="18" charset="-127"/>
              </a:rPr>
              <a:t>AI</a:t>
            </a:r>
            <a:r>
              <a:rPr lang="ko-KR" altLang="en-US" sz="1400" b="1" dirty="0">
                <a:latin typeface="바른돋움 1" panose="02020503020101020101" pitchFamily="18" charset="-127"/>
                <a:ea typeface="바른돋움 1" panose="02020503020101020101" pitchFamily="18" charset="-127"/>
              </a:rPr>
              <a:t> 의사 개발</a:t>
            </a:r>
          </a:p>
        </p:txBody>
      </p:sp>
      <p:sp>
        <p:nvSpPr>
          <p:cNvPr id="79" name="모서리가 둥근 직사각형 78"/>
          <p:cNvSpPr/>
          <p:nvPr/>
        </p:nvSpPr>
        <p:spPr>
          <a:xfrm>
            <a:off x="1597107" y="4257576"/>
            <a:ext cx="3221798" cy="57606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dirty="0">
                <a:solidFill>
                  <a:schemeClr val="accent4">
                    <a:lumMod val="50000"/>
                  </a:schemeClr>
                </a:solidFill>
                <a:latin typeface="바른돋움 1" panose="02020503020101020101" pitchFamily="18" charset="-127"/>
                <a:ea typeface="바른돋움 1" panose="02020503020101020101" pitchFamily="18" charset="-127"/>
              </a:rPr>
              <a:t>정보전달</a:t>
            </a:r>
            <a:r>
              <a:rPr lang="en-US" altLang="ko-KR" sz="1300" dirty="0">
                <a:solidFill>
                  <a:schemeClr val="accent4">
                    <a:lumMod val="50000"/>
                  </a:schemeClr>
                </a:solidFill>
                <a:latin typeface="바른돋움 1" panose="02020503020101020101" pitchFamily="18" charset="-127"/>
                <a:ea typeface="바른돋움 1" panose="02020503020101020101" pitchFamily="18" charset="-127"/>
              </a:rPr>
              <a:t>,</a:t>
            </a:r>
            <a:r>
              <a:rPr lang="ko-KR" altLang="en-US" sz="1300" dirty="0">
                <a:solidFill>
                  <a:schemeClr val="accent4">
                    <a:lumMod val="50000"/>
                  </a:schemeClr>
                </a:solidFill>
                <a:latin typeface="바른돋움 1" panose="02020503020101020101" pitchFamily="18" charset="-127"/>
                <a:ea typeface="바른돋움 1" panose="02020503020101020101" pitchFamily="18" charset="-127"/>
              </a:rPr>
              <a:t> 사진 공유</a:t>
            </a:r>
            <a:r>
              <a:rPr lang="en-US" altLang="ko-KR" sz="1300" dirty="0">
                <a:solidFill>
                  <a:schemeClr val="accent4">
                    <a:lumMod val="50000"/>
                  </a:schemeClr>
                </a:solidFill>
                <a:latin typeface="바른돋움 1" panose="02020503020101020101" pitchFamily="18" charset="-127"/>
                <a:ea typeface="바른돋움 1" panose="02020503020101020101" pitchFamily="18" charset="-127"/>
              </a:rPr>
              <a:t>,</a:t>
            </a:r>
            <a:r>
              <a:rPr lang="ko-KR" altLang="en-US" sz="1300" dirty="0">
                <a:solidFill>
                  <a:schemeClr val="accent4">
                    <a:lumMod val="50000"/>
                  </a:schemeClr>
                </a:solidFill>
                <a:latin typeface="바른돋움 1" panose="02020503020101020101" pitchFamily="18" charset="-127"/>
                <a:ea typeface="바른돋움 1" panose="02020503020101020101" pitchFamily="18" charset="-127"/>
              </a:rPr>
              <a:t> 등</a:t>
            </a:r>
            <a:endParaRPr lang="en-US" altLang="ko-KR" sz="1300" dirty="0">
              <a:solidFill>
                <a:schemeClr val="accent4">
                  <a:lumMod val="50000"/>
                </a:schemeClr>
              </a:solidFill>
              <a:latin typeface="바른돋움 1" panose="02020503020101020101" pitchFamily="18" charset="-127"/>
              <a:ea typeface="바른돋움 1" panose="02020503020101020101" pitchFamily="18" charset="-127"/>
            </a:endParaRPr>
          </a:p>
          <a:p>
            <a:pPr algn="ctr"/>
            <a:r>
              <a:rPr lang="ko-KR" altLang="en-US" sz="1300" dirty="0">
                <a:solidFill>
                  <a:schemeClr val="accent4">
                    <a:lumMod val="50000"/>
                  </a:schemeClr>
                </a:solidFill>
                <a:latin typeface="바른돋움 1" panose="02020503020101020101" pitchFamily="18" charset="-127"/>
                <a:ea typeface="바른돋움 1" panose="02020503020101020101" pitchFamily="18" charset="-127"/>
              </a:rPr>
              <a:t>글을 작성</a:t>
            </a:r>
            <a:r>
              <a:rPr lang="en-US" altLang="ko-KR" sz="1300" dirty="0">
                <a:solidFill>
                  <a:schemeClr val="accent4">
                    <a:lumMod val="50000"/>
                  </a:schemeClr>
                </a:solidFill>
                <a:latin typeface="바른돋움 1" panose="02020503020101020101" pitchFamily="18" charset="-127"/>
                <a:ea typeface="바른돋움 1" panose="02020503020101020101" pitchFamily="18" charset="-127"/>
              </a:rPr>
              <a:t>,</a:t>
            </a:r>
            <a:r>
              <a:rPr lang="ko-KR" altLang="en-US" sz="1300" dirty="0">
                <a:solidFill>
                  <a:schemeClr val="accent4">
                    <a:lumMod val="50000"/>
                  </a:schemeClr>
                </a:solidFill>
                <a:latin typeface="바른돋움 1" panose="02020503020101020101" pitchFamily="18" charset="-127"/>
                <a:ea typeface="바른돋움 1" panose="02020503020101020101" pitchFamily="18" charset="-127"/>
              </a:rPr>
              <a:t> 공유 하는 활동이 가능하도록</a:t>
            </a:r>
          </a:p>
        </p:txBody>
      </p:sp>
      <p:sp>
        <p:nvSpPr>
          <p:cNvPr id="81" name="모서리가 둥근 직사각형 80"/>
          <p:cNvSpPr/>
          <p:nvPr/>
        </p:nvSpPr>
        <p:spPr>
          <a:xfrm>
            <a:off x="8149835" y="6438280"/>
            <a:ext cx="2734064" cy="41158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dirty="0" err="1">
                <a:solidFill>
                  <a:schemeClr val="accent4">
                    <a:lumMod val="50000"/>
                  </a:schemeClr>
                </a:solidFill>
                <a:latin typeface="바른돋움 1" panose="02020503020101020101" pitchFamily="18" charset="-127"/>
                <a:ea typeface="바른돋움 1" panose="02020503020101020101" pitchFamily="18" charset="-127"/>
              </a:rPr>
              <a:t>Chatgpt</a:t>
            </a:r>
            <a:r>
              <a:rPr lang="ko-KR" altLang="en-US" sz="1300" dirty="0">
                <a:solidFill>
                  <a:schemeClr val="accent4">
                    <a:lumMod val="50000"/>
                  </a:schemeClr>
                </a:solidFill>
                <a:latin typeface="바른돋움 1" panose="02020503020101020101" pitchFamily="18" charset="-127"/>
                <a:ea typeface="바른돋움 1" panose="02020503020101020101" pitchFamily="18" charset="-127"/>
              </a:rPr>
              <a:t> </a:t>
            </a:r>
            <a:r>
              <a:rPr lang="en-US" altLang="ko-KR" sz="1300" dirty="0">
                <a:solidFill>
                  <a:schemeClr val="accent4">
                    <a:lumMod val="50000"/>
                  </a:schemeClr>
                </a:solidFill>
                <a:latin typeface="바른돋움 1" panose="02020503020101020101" pitchFamily="18" charset="-127"/>
                <a:ea typeface="바른돋움 1" panose="02020503020101020101" pitchFamily="18" charset="-127"/>
              </a:rPr>
              <a:t>API</a:t>
            </a:r>
            <a:r>
              <a:rPr lang="ko-KR" altLang="en-US" sz="1300" dirty="0" err="1">
                <a:solidFill>
                  <a:schemeClr val="accent4">
                    <a:lumMod val="50000"/>
                  </a:schemeClr>
                </a:solidFill>
                <a:latin typeface="바른돋움 1" panose="02020503020101020101" pitchFamily="18" charset="-127"/>
                <a:ea typeface="바른돋움 1" panose="02020503020101020101" pitchFamily="18" charset="-127"/>
              </a:rPr>
              <a:t>를</a:t>
            </a:r>
            <a:r>
              <a:rPr lang="ko-KR" altLang="en-US" sz="1300" dirty="0">
                <a:solidFill>
                  <a:schemeClr val="accent4">
                    <a:lumMod val="50000"/>
                  </a:schemeClr>
                </a:solidFill>
                <a:latin typeface="바른돋움 1" panose="02020503020101020101" pitchFamily="18" charset="-127"/>
                <a:ea typeface="바른돋움 1" panose="02020503020101020101" pitchFamily="18" charset="-127"/>
              </a:rPr>
              <a:t> 활용</a:t>
            </a:r>
          </a:p>
        </p:txBody>
      </p:sp>
      <p:sp>
        <p:nvSpPr>
          <p:cNvPr id="83" name="모서리가 둥근 직사각형 82"/>
          <p:cNvSpPr/>
          <p:nvPr/>
        </p:nvSpPr>
        <p:spPr>
          <a:xfrm>
            <a:off x="3486248" y="4959544"/>
            <a:ext cx="1760836" cy="432048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atin typeface="바른돋움 1" panose="02020503020101020101" pitchFamily="18" charset="-127"/>
                <a:ea typeface="바른돋움 1" panose="02020503020101020101" pitchFamily="18" charset="-127"/>
              </a:rPr>
              <a:t>프로필 페이지</a:t>
            </a:r>
          </a:p>
        </p:txBody>
      </p:sp>
      <p:sp>
        <p:nvSpPr>
          <p:cNvPr id="84" name="모서리가 둥근 직사각형 83"/>
          <p:cNvSpPr/>
          <p:nvPr/>
        </p:nvSpPr>
        <p:spPr>
          <a:xfrm>
            <a:off x="6277627" y="5481712"/>
            <a:ext cx="2734064" cy="432048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atin typeface="바른돋움 1" panose="02020503020101020101" pitchFamily="18" charset="-127"/>
                <a:ea typeface="바른돋움 1" panose="02020503020101020101" pitchFamily="18" charset="-127"/>
              </a:rPr>
              <a:t>테스팅 프로세스</a:t>
            </a:r>
          </a:p>
        </p:txBody>
      </p:sp>
      <p:cxnSp>
        <p:nvCxnSpPr>
          <p:cNvPr id="9" name="직선 화살표 연결선 8"/>
          <p:cNvCxnSpPr/>
          <p:nvPr/>
        </p:nvCxnSpPr>
        <p:spPr>
          <a:xfrm>
            <a:off x="5193027" y="5229684"/>
            <a:ext cx="290272" cy="0"/>
          </a:xfrm>
          <a:prstGeom prst="straightConnector1">
            <a:avLst/>
          </a:prstGeom>
          <a:ln w="38100">
            <a:solidFill>
              <a:schemeClr val="accent4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모서리가 둥근 직사각형 85"/>
          <p:cNvSpPr/>
          <p:nvPr/>
        </p:nvSpPr>
        <p:spPr>
          <a:xfrm>
            <a:off x="9120823" y="7209904"/>
            <a:ext cx="2013984" cy="36004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accent4">
                    <a:lumMod val="50000"/>
                  </a:schemeClr>
                </a:solidFill>
                <a:latin typeface="바른돋움 1" panose="02020503020101020101" pitchFamily="18" charset="-127"/>
                <a:ea typeface="바른돋움 1" panose="02020503020101020101" pitchFamily="18" charset="-127"/>
              </a:rPr>
              <a:t>아마존</a:t>
            </a:r>
            <a:r>
              <a:rPr lang="en-US" altLang="ko-KR" sz="1300" b="1" dirty="0">
                <a:solidFill>
                  <a:schemeClr val="accent4">
                    <a:lumMod val="50000"/>
                  </a:schemeClr>
                </a:solidFill>
                <a:latin typeface="바른돋움 1" panose="02020503020101020101" pitchFamily="18" charset="-127"/>
                <a:ea typeface="바른돋움 1" panose="02020503020101020101" pitchFamily="18" charset="-127"/>
              </a:rPr>
              <a:t> EC2</a:t>
            </a:r>
            <a:r>
              <a:rPr lang="ko-KR" altLang="en-US" sz="1300" b="1" dirty="0">
                <a:solidFill>
                  <a:schemeClr val="accent4">
                    <a:lumMod val="50000"/>
                  </a:schemeClr>
                </a:solidFill>
                <a:latin typeface="바른돋움 1" panose="02020503020101020101" pitchFamily="18" charset="-127"/>
                <a:ea typeface="바른돋움 1" panose="02020503020101020101" pitchFamily="18" charset="-127"/>
              </a:rPr>
              <a:t> 서버 업로드</a:t>
            </a:r>
          </a:p>
        </p:txBody>
      </p:sp>
      <p:sp>
        <p:nvSpPr>
          <p:cNvPr id="67" name="모서리가 둥근 직사각형 66"/>
          <p:cNvSpPr/>
          <p:nvPr/>
        </p:nvSpPr>
        <p:spPr>
          <a:xfrm>
            <a:off x="10989422" y="6921872"/>
            <a:ext cx="829212" cy="648072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>
                <a:latin typeface="바른돋움 1" panose="02020503020101020101" pitchFamily="18" charset="-127"/>
                <a:ea typeface="바른돋움 1" panose="02020503020101020101" pitchFamily="18" charset="-127"/>
              </a:rPr>
              <a:t>예비</a:t>
            </a:r>
            <a:endParaRPr lang="en-US" altLang="ko-KR" sz="1400" b="1" dirty="0">
              <a:latin typeface="바른돋움 1" panose="02020503020101020101" pitchFamily="18" charset="-127"/>
              <a:ea typeface="바른돋움 1" panose="02020503020101020101" pitchFamily="18" charset="-127"/>
            </a:endParaRPr>
          </a:p>
          <a:p>
            <a:pPr algn="ctr"/>
            <a:r>
              <a:rPr lang="ko-KR" altLang="en-US" sz="1400" b="1" dirty="0" err="1">
                <a:latin typeface="바른돋움 1" panose="02020503020101020101" pitchFamily="18" charset="-127"/>
                <a:ea typeface="바른돋움 1" panose="02020503020101020101" pitchFamily="18" charset="-127"/>
              </a:rPr>
              <a:t>런칭</a:t>
            </a:r>
            <a:endParaRPr lang="ko-KR" altLang="en-US" sz="1400" b="1" dirty="0">
              <a:latin typeface="바른돋움 1" panose="02020503020101020101" pitchFamily="18" charset="-127"/>
              <a:ea typeface="바른돋움 1" panose="02020503020101020101" pitchFamily="18" charset="-127"/>
            </a:endParaRPr>
          </a:p>
        </p:txBody>
      </p:sp>
      <p:sp>
        <p:nvSpPr>
          <p:cNvPr id="88" name="모서리가 둥근 직사각형 87"/>
          <p:cNvSpPr/>
          <p:nvPr/>
        </p:nvSpPr>
        <p:spPr>
          <a:xfrm>
            <a:off x="658763" y="3249464"/>
            <a:ext cx="1765316" cy="576064"/>
          </a:xfrm>
          <a:prstGeom prst="round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b="1" dirty="0" err="1">
                <a:latin typeface="바른돋움 1" panose="02020503020101020101" pitchFamily="18" charset="-127"/>
                <a:ea typeface="바른돋움 1" panose="02020503020101020101" pitchFamily="18" charset="-127"/>
              </a:rPr>
              <a:t>FastAPI</a:t>
            </a:r>
            <a:r>
              <a:rPr lang="ko-KR" altLang="en-US" sz="1400" b="1" dirty="0">
                <a:latin typeface="바른돋움 1" panose="02020503020101020101" pitchFamily="18" charset="-127"/>
                <a:ea typeface="바른돋움 1" panose="02020503020101020101" pitchFamily="18" charset="-127"/>
              </a:rPr>
              <a:t> 스터디</a:t>
            </a:r>
            <a:endParaRPr lang="en-US" altLang="ko-KR" sz="1400" b="1" dirty="0">
              <a:latin typeface="바른돋움 1" panose="02020503020101020101" pitchFamily="18" charset="-127"/>
              <a:ea typeface="바른돋움 1" panose="02020503020101020101" pitchFamily="18" charset="-127"/>
            </a:endParaRPr>
          </a:p>
          <a:p>
            <a:pPr algn="ctr"/>
            <a:r>
              <a:rPr lang="en-US" altLang="ko-KR" sz="1200" dirty="0">
                <a:latin typeface="바른돋움 1" panose="02020503020101020101" pitchFamily="18" charset="-127"/>
                <a:ea typeface="바른돋움 1" panose="02020503020101020101" pitchFamily="18" charset="-127"/>
              </a:rPr>
              <a:t>(</a:t>
            </a:r>
            <a:r>
              <a:rPr lang="ko-KR" altLang="en-US" sz="1200" dirty="0" err="1">
                <a:latin typeface="바른돋움 1" panose="02020503020101020101" pitchFamily="18" charset="-127"/>
                <a:ea typeface="바른돋움 1" panose="02020503020101020101" pitchFamily="18" charset="-127"/>
              </a:rPr>
              <a:t>백엔드</a:t>
            </a:r>
            <a:r>
              <a:rPr lang="ko-KR" altLang="en-US" sz="1200" dirty="0">
                <a:latin typeface="바른돋움 1" panose="02020503020101020101" pitchFamily="18" charset="-127"/>
                <a:ea typeface="바른돋움 1" panose="02020503020101020101" pitchFamily="18" charset="-127"/>
              </a:rPr>
              <a:t> 프레임워크</a:t>
            </a:r>
            <a:r>
              <a:rPr lang="en-US" altLang="ko-KR" sz="1200" dirty="0">
                <a:latin typeface="바른돋움 1" panose="02020503020101020101" pitchFamily="18" charset="-127"/>
                <a:ea typeface="바른돋움 1" panose="02020503020101020101" pitchFamily="18" charset="-127"/>
              </a:rPr>
              <a:t>)</a:t>
            </a:r>
            <a:endParaRPr lang="ko-KR" altLang="en-US" sz="1200" dirty="0">
              <a:latin typeface="바른돋움 1" panose="02020503020101020101" pitchFamily="18" charset="-127"/>
              <a:ea typeface="바른돋움 1" panose="02020503020101020101" pitchFamily="18" charset="-127"/>
            </a:endParaRPr>
          </a:p>
        </p:txBody>
      </p:sp>
      <p:pic>
        <p:nvPicPr>
          <p:cNvPr id="2" name="그림 1" descr="텍스트, 폰트, 로고, 스크린샷이(가) 표시된 사진&#10;&#10;자동 생성된 설명">
            <a:extLst>
              <a:ext uri="{FF2B5EF4-FFF2-40B4-BE49-F238E27FC236}">
                <a16:creationId xmlns:a16="http://schemas.microsoft.com/office/drawing/2014/main" id="{93BA7051-6420-6D54-B722-C2B7915644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2047" y="302598"/>
            <a:ext cx="1682608" cy="452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2757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내용 개체 틀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508493" y="8747"/>
            <a:ext cx="2300494" cy="463997"/>
          </a:xfrm>
          <a:prstGeom prst="rect">
            <a:avLst/>
          </a:prstGeom>
        </p:spPr>
      </p:pic>
      <p:sp>
        <p:nvSpPr>
          <p:cNvPr id="12" name="직사각형 5"/>
          <p:cNvSpPr/>
          <p:nvPr/>
        </p:nvSpPr>
        <p:spPr>
          <a:xfrm>
            <a:off x="7655879" y="-350936"/>
            <a:ext cx="5028220" cy="8496944"/>
          </a:xfrm>
          <a:prstGeom prst="rect">
            <a:avLst/>
          </a:prstGeom>
          <a:solidFill>
            <a:srgbClr val="502962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altLang="ko-KR"/>
          </a:p>
        </p:txBody>
      </p:sp>
      <p:sp>
        <p:nvSpPr>
          <p:cNvPr id="27" name="TextBox 6"/>
          <p:cNvSpPr txBox="1"/>
          <p:nvPr/>
        </p:nvSpPr>
        <p:spPr>
          <a:xfrm>
            <a:off x="479001" y="3644583"/>
            <a:ext cx="1090915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000" dirty="0">
                <a:latin typeface="Arial Black"/>
              </a:rPr>
              <a:t>WHO </a:t>
            </a:r>
            <a:r>
              <a:rPr lang="en-US" altLang="ko-KR" sz="4000" dirty="0">
                <a:solidFill>
                  <a:schemeClr val="accent4"/>
                </a:solidFill>
                <a:latin typeface="Arial Black"/>
              </a:rPr>
              <a:t>We</a:t>
            </a:r>
            <a:r>
              <a:rPr lang="en-US" altLang="ko-KR" sz="4000" dirty="0">
                <a:latin typeface="Arial Black"/>
              </a:rPr>
              <a:t> ARE ?</a:t>
            </a:r>
          </a:p>
          <a:p>
            <a:pPr>
              <a:defRPr/>
            </a:pPr>
            <a:endParaRPr lang="ko-KR" altLang="en-US" sz="1200" dirty="0">
              <a:latin typeface="바른돋움 2"/>
              <a:ea typeface="바른돋움 2"/>
              <a:cs typeface="바른돋움 3"/>
              <a:sym typeface="바른돋움 3"/>
            </a:endParaRPr>
          </a:p>
        </p:txBody>
      </p:sp>
      <p:pic>
        <p:nvPicPr>
          <p:cNvPr id="2" name="그림 1" descr="폰트, 그래픽, 노랑, 로고이(가) 표시된 사진&#10;&#10;자동 생성된 설명">
            <a:extLst>
              <a:ext uri="{FF2B5EF4-FFF2-40B4-BE49-F238E27FC236}">
                <a16:creationId xmlns:a16="http://schemas.microsoft.com/office/drawing/2014/main" id="{673F9FB6-9E06-69CD-5E6F-8959605E3E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864" y="3056503"/>
            <a:ext cx="2113123" cy="625009"/>
          </a:xfrm>
          <a:prstGeom prst="rect">
            <a:avLst/>
          </a:prstGeom>
        </p:spPr>
      </p:pic>
      <p:pic>
        <p:nvPicPr>
          <p:cNvPr id="3" name="그림 2" descr="폰트, 그래픽, 로고, 상징이(가) 표시된 사진&#10;&#10;자동 생성된 설명">
            <a:extLst>
              <a:ext uri="{FF2B5EF4-FFF2-40B4-BE49-F238E27FC236}">
                <a16:creationId xmlns:a16="http://schemas.microsoft.com/office/drawing/2014/main" id="{F79F2CE6-6B09-1AA5-584B-0AFC75A368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1851" y="327544"/>
            <a:ext cx="1522585" cy="452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995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1ACC846-FE40-61AD-678E-659D6C9A95C5}"/>
              </a:ext>
            </a:extLst>
          </p:cNvPr>
          <p:cNvSpPr/>
          <p:nvPr/>
        </p:nvSpPr>
        <p:spPr>
          <a:xfrm>
            <a:off x="4617282" y="4119829"/>
            <a:ext cx="3918560" cy="2578482"/>
          </a:xfrm>
          <a:prstGeom prst="rect">
            <a:avLst/>
          </a:prstGeom>
          <a:solidFill>
            <a:schemeClr val="tx2">
              <a:lumMod val="60000"/>
              <a:lumOff val="40000"/>
              <a:alpha val="36542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18" name="이등변 삼각형 26"/>
          <p:cNvSpPr/>
          <p:nvPr/>
        </p:nvSpPr>
        <p:spPr>
          <a:xfrm rot="10800000">
            <a:off x="7188671" y="4101666"/>
            <a:ext cx="835286" cy="2748195"/>
          </a:xfrm>
          <a:prstGeom prst="triangle">
            <a:avLst>
              <a:gd name="adj" fmla="val 1015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9" name="직사각형 24"/>
          <p:cNvSpPr/>
          <p:nvPr/>
        </p:nvSpPr>
        <p:spPr>
          <a:xfrm>
            <a:off x="7933493" y="4101668"/>
            <a:ext cx="4617676" cy="274819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0" name="TextBox 28"/>
          <p:cNvSpPr txBox="1"/>
          <p:nvPr/>
        </p:nvSpPr>
        <p:spPr>
          <a:xfrm>
            <a:off x="7903106" y="4612330"/>
            <a:ext cx="5429262" cy="13078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300" b="1" dirty="0">
                <a:solidFill>
                  <a:schemeClr val="accent4">
                    <a:lumMod val="50000"/>
                  </a:schemeClr>
                </a:solidFill>
                <a:latin typeface="바른돋움 3"/>
                <a:ea typeface="바른돋움 3"/>
              </a:rPr>
              <a:t>Jae Won </a:t>
            </a:r>
            <a:r>
              <a:rPr lang="ko-KR" altLang="en-US" sz="2300" b="1" dirty="0">
                <a:solidFill>
                  <a:schemeClr val="accent4">
                    <a:lumMod val="50000"/>
                  </a:schemeClr>
                </a:solidFill>
                <a:latin typeface="바른돋움 3"/>
                <a:ea typeface="바른돋움 3"/>
              </a:rPr>
              <a:t>│</a:t>
            </a:r>
            <a:r>
              <a:rPr lang="ko-KR" altLang="en-US" sz="2300" dirty="0">
                <a:solidFill>
                  <a:schemeClr val="accent4">
                    <a:lumMod val="50000"/>
                  </a:schemeClr>
                </a:solidFill>
                <a:latin typeface="바른돋움 3"/>
                <a:ea typeface="바른돋움 3"/>
              </a:rPr>
              <a:t> </a:t>
            </a:r>
            <a:r>
              <a:rPr lang="ko-KR" altLang="en-US" sz="2300" dirty="0">
                <a:solidFill>
                  <a:schemeClr val="accent4">
                    <a:lumMod val="50000"/>
                  </a:schemeClr>
                </a:solidFill>
                <a:latin typeface="바른돋움 2"/>
                <a:ea typeface="바른돋움 3"/>
              </a:rPr>
              <a:t>곽재원</a:t>
            </a:r>
            <a:r>
              <a:rPr lang="en-US" altLang="ko-KR" sz="2000" dirty="0">
                <a:solidFill>
                  <a:schemeClr val="accent4">
                    <a:lumMod val="50000"/>
                  </a:schemeClr>
                </a:solidFill>
                <a:latin typeface="바른돋움 2"/>
                <a:ea typeface="바른돋움 2"/>
              </a:rPr>
              <a:t>  </a:t>
            </a:r>
            <a:r>
              <a:rPr lang="ko-KR" altLang="en-US" sz="1400" dirty="0" err="1">
                <a:solidFill>
                  <a:schemeClr val="accent4">
                    <a:lumMod val="75000"/>
                  </a:schemeClr>
                </a:solidFill>
                <a:latin typeface="바른돋움 3"/>
                <a:ea typeface="바른돋움 2"/>
              </a:rPr>
              <a:t>팀장</a:t>
            </a:r>
            <a:r>
              <a:rPr lang="ko-KR" altLang="en-US" sz="1400" dirty="0" err="1">
                <a:solidFill>
                  <a:schemeClr val="accent4">
                    <a:lumMod val="75000"/>
                  </a:schemeClr>
                </a:solidFill>
                <a:latin typeface="바른돋움 3"/>
                <a:ea typeface="바른돋움 3"/>
              </a:rPr>
              <a:t>│기획</a:t>
            </a:r>
            <a:endParaRPr lang="ko-KR" altLang="en-US" sz="1400" dirty="0">
              <a:solidFill>
                <a:schemeClr val="accent4">
                  <a:lumMod val="75000"/>
                </a:schemeClr>
              </a:solidFill>
              <a:latin typeface="바른돋움 3"/>
              <a:ea typeface="바른돋움 3"/>
            </a:endParaRPr>
          </a:p>
          <a:p>
            <a:pPr>
              <a:lnSpc>
                <a:spcPct val="150000"/>
              </a:lnSpc>
              <a:defRPr/>
            </a:pPr>
            <a:endParaRPr lang="en-US" altLang="ko-KR" sz="1300" dirty="0">
              <a:latin typeface="바른돋움 1"/>
              <a:ea typeface="바른돋움 1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1300" dirty="0">
                <a:latin typeface="바른돋움 1"/>
                <a:ea typeface="바른돋움 1"/>
              </a:rPr>
              <a:t>강남대학교</a:t>
            </a:r>
            <a:endParaRPr lang="en-US" altLang="ko-KR" sz="1300" dirty="0">
              <a:latin typeface="바른돋움 1"/>
              <a:ea typeface="바른돋움 1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1300" dirty="0">
                <a:latin typeface="바른돋움 1"/>
                <a:ea typeface="바른돋움 1"/>
              </a:rPr>
              <a:t>소프트웨어</a:t>
            </a:r>
            <a:r>
              <a:rPr lang="en-US" altLang="ko-KR" sz="1300" dirty="0">
                <a:latin typeface="바른돋움 1"/>
                <a:ea typeface="바른돋움 1"/>
              </a:rPr>
              <a:t>,</a:t>
            </a:r>
            <a:r>
              <a:rPr lang="ko-KR" altLang="en-US" sz="1300" dirty="0">
                <a:latin typeface="바른돋움 1"/>
                <a:ea typeface="바른돋움 1"/>
              </a:rPr>
              <a:t> 데이터 사이언스 복수 전공</a:t>
            </a:r>
          </a:p>
        </p:txBody>
      </p:sp>
      <p:sp>
        <p:nvSpPr>
          <p:cNvPr id="27" name="이등변 삼각형 26"/>
          <p:cNvSpPr/>
          <p:nvPr/>
        </p:nvSpPr>
        <p:spPr>
          <a:xfrm>
            <a:off x="10821398" y="1305200"/>
            <a:ext cx="1214826" cy="2612298"/>
          </a:xfrm>
          <a:prstGeom prst="triangle">
            <a:avLst>
              <a:gd name="adj" fmla="val 2816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8" name="직사각형 24"/>
          <p:cNvSpPr/>
          <p:nvPr/>
        </p:nvSpPr>
        <p:spPr>
          <a:xfrm>
            <a:off x="4619228" y="1305200"/>
            <a:ext cx="6552900" cy="26123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4895287" y="1593232"/>
            <a:ext cx="6420857" cy="20512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800" b="1" dirty="0">
                <a:solidFill>
                  <a:schemeClr val="accent4">
                    <a:lumMod val="50000"/>
                  </a:schemeClr>
                </a:solidFill>
                <a:latin typeface="바른돋움 3"/>
                <a:ea typeface="바른돋움 3"/>
              </a:rPr>
              <a:t>TEAM </a:t>
            </a:r>
            <a:r>
              <a:rPr lang="ko-KR" altLang="en-US" sz="2800" b="1" dirty="0">
                <a:solidFill>
                  <a:schemeClr val="accent4">
                    <a:lumMod val="50000"/>
                  </a:schemeClr>
                </a:solidFill>
                <a:latin typeface="바른돋움 3"/>
                <a:ea typeface="바른돋움 3"/>
              </a:rPr>
              <a:t>옹알옹알</a:t>
            </a:r>
            <a:r>
              <a:rPr lang="en-US" altLang="ko-KR" sz="2800" b="1" dirty="0">
                <a:solidFill>
                  <a:schemeClr val="accent4">
                    <a:lumMod val="50000"/>
                  </a:schemeClr>
                </a:solidFill>
                <a:latin typeface="바른돋움 3"/>
                <a:ea typeface="바른돋움 3"/>
              </a:rPr>
              <a:t> </a:t>
            </a:r>
            <a:r>
              <a:rPr lang="ko-KR" altLang="en-US" sz="2300" b="1" dirty="0">
                <a:solidFill>
                  <a:schemeClr val="accent4">
                    <a:lumMod val="50000"/>
                  </a:schemeClr>
                </a:solidFill>
                <a:latin typeface="바른돋움 3"/>
                <a:ea typeface="바른돋움 3"/>
              </a:rPr>
              <a:t>│</a:t>
            </a:r>
            <a:r>
              <a:rPr lang="ko-KR" altLang="en-US" sz="2300" dirty="0">
                <a:solidFill>
                  <a:schemeClr val="accent4">
                    <a:lumMod val="50000"/>
                  </a:schemeClr>
                </a:solidFill>
                <a:latin typeface="바른돋움 3"/>
                <a:ea typeface="바른돋움 3"/>
              </a:rPr>
              <a:t> </a:t>
            </a:r>
            <a:r>
              <a:rPr lang="en-US" altLang="ko-KR" sz="1700" dirty="0">
                <a:solidFill>
                  <a:schemeClr val="accent4">
                    <a:lumMod val="75000"/>
                  </a:schemeClr>
                </a:solidFill>
                <a:latin typeface="바른돋움 3"/>
                <a:ea typeface="바른돋움 3"/>
              </a:rPr>
              <a:t>Since 2024</a:t>
            </a:r>
          </a:p>
          <a:p>
            <a:pPr>
              <a:lnSpc>
                <a:spcPct val="150000"/>
              </a:lnSpc>
              <a:defRPr/>
            </a:pPr>
            <a:endParaRPr lang="ko-KR" altLang="en-US" sz="1200" dirty="0">
              <a:latin typeface="바른돋움 1"/>
              <a:ea typeface="바른돋움 1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1400" dirty="0">
                <a:latin typeface="바른돋움 1"/>
                <a:ea typeface="바른돋움 1"/>
              </a:rPr>
              <a:t>옹알옹알</a:t>
            </a:r>
            <a:r>
              <a:rPr lang="en" altLang="ko-KR" sz="1400" dirty="0">
                <a:latin typeface="바른돋움 1"/>
                <a:ea typeface="바른돋움 1"/>
              </a:rPr>
              <a:t> </a:t>
            </a:r>
            <a:r>
              <a:rPr lang="ko-KR" altLang="en-US" sz="1400" dirty="0">
                <a:latin typeface="바른돋움 1"/>
                <a:ea typeface="바른돋움 1"/>
              </a:rPr>
              <a:t>팀의 핵심 목표는 부모와 아기 모두에게 긍정적이고 </a:t>
            </a:r>
            <a:r>
              <a:rPr lang="ko-KR" altLang="en-US" sz="1400" b="1" dirty="0">
                <a:solidFill>
                  <a:srgbClr val="502962"/>
                </a:solidFill>
                <a:latin typeface="바른돋움 1"/>
                <a:ea typeface="바른돋움 1"/>
              </a:rPr>
              <a:t>건강한 육아 경험을 제공</a:t>
            </a:r>
            <a:r>
              <a:rPr lang="ko-KR" altLang="en-US" sz="1400" dirty="0">
                <a:latin typeface="바른돋움 1"/>
                <a:ea typeface="바른돋움 1"/>
              </a:rPr>
              <a:t>하는 것입니다</a:t>
            </a:r>
            <a:r>
              <a:rPr lang="en-US" altLang="ko-KR" sz="1400" dirty="0">
                <a:latin typeface="바른돋움 1"/>
                <a:ea typeface="바른돋움 1"/>
              </a:rPr>
              <a:t>. 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sz="1400" dirty="0">
                <a:latin typeface="바른돋움 1"/>
                <a:ea typeface="바른돋움 1"/>
              </a:rPr>
              <a:t>옹알옹알</a:t>
            </a:r>
            <a:r>
              <a:rPr lang="en" altLang="ko-KR" sz="1400" dirty="0">
                <a:latin typeface="바른돋움 1"/>
                <a:ea typeface="바른돋움 1"/>
              </a:rPr>
              <a:t> </a:t>
            </a:r>
            <a:r>
              <a:rPr lang="ko-KR" altLang="en-US" sz="1400" dirty="0">
                <a:latin typeface="바른돋움 1"/>
                <a:ea typeface="바른돋움 1"/>
              </a:rPr>
              <a:t>팀은 사용자의 </a:t>
            </a:r>
            <a:r>
              <a:rPr lang="ko-KR" altLang="en-US" sz="1400" b="1" dirty="0">
                <a:solidFill>
                  <a:srgbClr val="502962"/>
                </a:solidFill>
                <a:latin typeface="바른돋움 1"/>
                <a:ea typeface="바른돋움 1"/>
              </a:rPr>
              <a:t>피드백을 적극적으로 수용</a:t>
            </a:r>
            <a:r>
              <a:rPr lang="ko-KR" altLang="en-US" sz="1400" dirty="0">
                <a:latin typeface="바른돋움 1"/>
                <a:ea typeface="바른돋움 1"/>
              </a:rPr>
              <a:t>하며</a:t>
            </a:r>
            <a:r>
              <a:rPr lang="en-US" altLang="ko-KR" sz="1400" dirty="0">
                <a:latin typeface="바른돋움 1"/>
                <a:ea typeface="바른돋움 1"/>
              </a:rPr>
              <a:t>, </a:t>
            </a:r>
            <a:r>
              <a:rPr lang="ko-KR" altLang="en-US" sz="1400" dirty="0">
                <a:latin typeface="바른돋움 1"/>
                <a:ea typeface="바른돋움 1"/>
              </a:rPr>
              <a:t>지속적으로 서비스를 개선하고</a:t>
            </a:r>
            <a:r>
              <a:rPr lang="en-US" altLang="ko-KR" sz="1400" dirty="0">
                <a:latin typeface="바른돋움 1"/>
                <a:ea typeface="바른돋움 1"/>
              </a:rPr>
              <a:t>, </a:t>
            </a:r>
            <a:r>
              <a:rPr lang="ko-KR" altLang="en-US" sz="1400" b="1" dirty="0">
                <a:solidFill>
                  <a:srgbClr val="502962"/>
                </a:solidFill>
                <a:latin typeface="바른돋움 1"/>
                <a:ea typeface="바른돋움 1"/>
              </a:rPr>
              <a:t>육아 공동체 내에서 신뢰를 구축</a:t>
            </a:r>
            <a:r>
              <a:rPr lang="ko-KR" altLang="en-US" sz="1400" dirty="0">
                <a:latin typeface="바른돋움 1"/>
                <a:ea typeface="바른돋움 1"/>
              </a:rPr>
              <a:t>하기 위해 노력할 것입니다</a:t>
            </a:r>
            <a:r>
              <a:rPr lang="en-US" altLang="ko-KR" sz="1400" dirty="0">
                <a:latin typeface="바른돋움 1"/>
                <a:ea typeface="바른돋움 1"/>
              </a:rPr>
              <a:t>.</a:t>
            </a:r>
            <a:endParaRPr lang="en-US" altLang="ko-KR" sz="1400" b="1" dirty="0">
              <a:solidFill>
                <a:schemeClr val="accent4"/>
              </a:solidFill>
              <a:latin typeface="바른돋움 1"/>
              <a:ea typeface="바른돋움 1"/>
            </a:endParaRPr>
          </a:p>
        </p:txBody>
      </p:sp>
      <p:sp>
        <p:nvSpPr>
          <p:cNvPr id="31" name="TextBox 6"/>
          <p:cNvSpPr txBox="1"/>
          <p:nvPr/>
        </p:nvSpPr>
        <p:spPr>
          <a:xfrm>
            <a:off x="479002" y="3644583"/>
            <a:ext cx="3348311" cy="191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000">
                <a:latin typeface="Arial Black"/>
              </a:rPr>
              <a:t>SO,</a:t>
            </a:r>
          </a:p>
          <a:p>
            <a:pPr lvl="0">
              <a:defRPr/>
            </a:pPr>
            <a:r>
              <a:rPr lang="en-US" altLang="ko-KR" sz="4000">
                <a:latin typeface="Arial Black"/>
              </a:rPr>
              <a:t>WHO</a:t>
            </a:r>
            <a:endParaRPr lang="en-US" altLang="ko-KR" sz="4000">
              <a:solidFill>
                <a:schemeClr val="accent4"/>
              </a:solidFill>
              <a:latin typeface="Arial Black"/>
            </a:endParaRPr>
          </a:p>
          <a:p>
            <a:pPr lvl="0">
              <a:defRPr/>
            </a:pPr>
            <a:r>
              <a:rPr lang="en-US" altLang="ko-KR" sz="4000">
                <a:solidFill>
                  <a:schemeClr val="accent4"/>
                </a:solidFill>
                <a:latin typeface="Arial Black"/>
              </a:rPr>
              <a:t>WE</a:t>
            </a:r>
            <a:r>
              <a:rPr lang="en-US" altLang="ko-KR" sz="4000">
                <a:latin typeface="Arial Black"/>
              </a:rPr>
              <a:t> ARE ?</a:t>
            </a:r>
          </a:p>
        </p:txBody>
      </p:sp>
      <p:pic>
        <p:nvPicPr>
          <p:cNvPr id="2" name="그림 1" descr="텍스트, 폰트, 로고, 스크린샷이(가) 표시된 사진&#10;&#10;자동 생성된 설명">
            <a:extLst>
              <a:ext uri="{FF2B5EF4-FFF2-40B4-BE49-F238E27FC236}">
                <a16:creationId xmlns:a16="http://schemas.microsoft.com/office/drawing/2014/main" id="{3D1C0C25-BC18-5E0D-805C-5E94C6E46F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2047" y="302598"/>
            <a:ext cx="1682608" cy="452466"/>
          </a:xfrm>
          <a:prstGeom prst="rect">
            <a:avLst/>
          </a:prstGeom>
        </p:spPr>
      </p:pic>
      <p:pic>
        <p:nvPicPr>
          <p:cNvPr id="3" name="그림 2" descr="폰트, 그래픽, 노랑, 로고이(가) 표시된 사진&#10;&#10;자동 생성된 설명">
            <a:extLst>
              <a:ext uri="{FF2B5EF4-FFF2-40B4-BE49-F238E27FC236}">
                <a16:creationId xmlns:a16="http://schemas.microsoft.com/office/drawing/2014/main" id="{D1771E0F-49F9-5EE7-F1FD-F352562084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864" y="3056503"/>
            <a:ext cx="2113123" cy="625009"/>
          </a:xfrm>
          <a:prstGeom prst="rect">
            <a:avLst/>
          </a:prstGeom>
        </p:spPr>
      </p:pic>
      <p:pic>
        <p:nvPicPr>
          <p:cNvPr id="6" name="그림 5" descr="장난감, 미소, 만화 영화이(가) 표시된 사진&#10;&#10;자동 생성된 설명">
            <a:extLst>
              <a:ext uri="{FF2B5EF4-FFF2-40B4-BE49-F238E27FC236}">
                <a16:creationId xmlns:a16="http://schemas.microsoft.com/office/drawing/2014/main" id="{94802669-015E-F43F-D563-95AE2F755A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3591" y="3968275"/>
            <a:ext cx="1946072" cy="27300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B1008304-73D0-0214-2547-6C6AE15E41D3}"/>
              </a:ext>
            </a:extLst>
          </p:cNvPr>
          <p:cNvSpPr/>
          <p:nvPr/>
        </p:nvSpPr>
        <p:spPr>
          <a:xfrm>
            <a:off x="5452562" y="4474878"/>
            <a:ext cx="3498832" cy="2591010"/>
          </a:xfrm>
          <a:prstGeom prst="rect">
            <a:avLst/>
          </a:prstGeom>
          <a:solidFill>
            <a:srgbClr val="00B050">
              <a:alpha val="3166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42C0817C-78B3-D213-1182-33E565C1D223}"/>
              </a:ext>
            </a:extLst>
          </p:cNvPr>
          <p:cNvSpPr/>
          <p:nvPr/>
        </p:nvSpPr>
        <p:spPr>
          <a:xfrm>
            <a:off x="5452561" y="1305201"/>
            <a:ext cx="3431049" cy="2540814"/>
          </a:xfrm>
          <a:prstGeom prst="rect">
            <a:avLst/>
          </a:prstGeom>
          <a:solidFill>
            <a:srgbClr val="C00000">
              <a:alpha val="3166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grpSp>
        <p:nvGrpSpPr>
          <p:cNvPr id="12" name="그룹 11"/>
          <p:cNvGrpSpPr/>
          <p:nvPr/>
        </p:nvGrpSpPr>
        <p:grpSpPr>
          <a:xfrm>
            <a:off x="8363816" y="4308872"/>
            <a:ext cx="4187351" cy="2758708"/>
            <a:chOff x="6096601" y="4522982"/>
            <a:chExt cx="3408528" cy="1930354"/>
          </a:xfrm>
        </p:grpSpPr>
        <p:sp>
          <p:nvSpPr>
            <p:cNvPr id="13" name="직사각형 12"/>
            <p:cNvSpPr/>
            <p:nvPr/>
          </p:nvSpPr>
          <p:spPr>
            <a:xfrm>
              <a:off x="6506905" y="4531036"/>
              <a:ext cx="2998224" cy="19223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4" name="이등변 삼각형 13"/>
            <p:cNvSpPr/>
            <p:nvPr/>
          </p:nvSpPr>
          <p:spPr>
            <a:xfrm>
              <a:off x="6096601" y="4522982"/>
              <a:ext cx="478291" cy="1930353"/>
            </a:xfrm>
            <a:prstGeom prst="triangle">
              <a:avLst>
                <a:gd name="adj" fmla="val 84765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sp>
        <p:nvSpPr>
          <p:cNvPr id="15" name="TextBox 14"/>
          <p:cNvSpPr txBox="1"/>
          <p:nvPr/>
        </p:nvSpPr>
        <p:spPr>
          <a:xfrm>
            <a:off x="9227912" y="4611677"/>
            <a:ext cx="377281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000" b="1" dirty="0">
                <a:solidFill>
                  <a:schemeClr val="accent4">
                    <a:lumMod val="50000"/>
                  </a:schemeClr>
                </a:solidFill>
                <a:latin typeface="바른돋움 3"/>
                <a:ea typeface="바른돋움 3"/>
              </a:rPr>
              <a:t>Seung Jo</a:t>
            </a:r>
            <a:r>
              <a:rPr lang="ko-KR" altLang="en-US" sz="2000" b="1" dirty="0">
                <a:solidFill>
                  <a:schemeClr val="accent4">
                    <a:lumMod val="50000"/>
                  </a:schemeClr>
                </a:solidFill>
                <a:latin typeface="바른돋움 3"/>
                <a:ea typeface="바른돋움 3"/>
              </a:rPr>
              <a:t>│</a:t>
            </a:r>
            <a:r>
              <a:rPr lang="ko-KR" altLang="en-US" sz="2000" dirty="0">
                <a:solidFill>
                  <a:schemeClr val="accent4">
                    <a:lumMod val="50000"/>
                  </a:schemeClr>
                </a:solidFill>
                <a:latin typeface="바른돋움 3"/>
                <a:ea typeface="바른돋움 3"/>
              </a:rPr>
              <a:t> </a:t>
            </a:r>
            <a:r>
              <a:rPr lang="ko-KR" altLang="en-US" sz="2000" dirty="0" err="1">
                <a:solidFill>
                  <a:schemeClr val="accent4">
                    <a:lumMod val="50000"/>
                  </a:schemeClr>
                </a:solidFill>
                <a:latin typeface="바른돋움 3"/>
                <a:ea typeface="바른돋움 2"/>
              </a:rPr>
              <a:t>홍승조</a:t>
            </a:r>
            <a:endParaRPr lang="ko-KR" altLang="en-US" sz="2000" dirty="0">
              <a:solidFill>
                <a:schemeClr val="accent4">
                  <a:lumMod val="50000"/>
                </a:schemeClr>
              </a:solidFill>
              <a:latin typeface="바른돋움 2"/>
              <a:ea typeface="바른돋움 2"/>
            </a:endParaRPr>
          </a:p>
          <a:p>
            <a:pPr lvl="0">
              <a:defRPr/>
            </a:pPr>
            <a:r>
              <a:rPr lang="ko-KR" altLang="en-US" sz="1300" dirty="0">
                <a:solidFill>
                  <a:schemeClr val="accent4">
                    <a:lumMod val="75000"/>
                  </a:schemeClr>
                </a:solidFill>
                <a:latin typeface="바른돋움 3"/>
                <a:ea typeface="바른돋움 3"/>
              </a:rPr>
              <a:t>팀원 │ 개발</a:t>
            </a:r>
          </a:p>
          <a:p>
            <a:pPr lvl="0">
              <a:defRPr/>
            </a:pPr>
            <a:endParaRPr lang="en-US" altLang="ko-KR" sz="1400" dirty="0">
              <a:solidFill>
                <a:schemeClr val="accent4">
                  <a:lumMod val="75000"/>
                </a:schemeClr>
              </a:solidFill>
              <a:latin typeface="바른돋움 3"/>
              <a:ea typeface="바른돋움 3"/>
            </a:endParaRPr>
          </a:p>
          <a:p>
            <a:pPr lvl="0">
              <a:defRPr/>
            </a:pPr>
            <a:r>
              <a:rPr lang="ko-KR" altLang="en-US" sz="1400" dirty="0">
                <a:latin typeface="바른돋움 1"/>
                <a:ea typeface="바른돋움 1"/>
              </a:rPr>
              <a:t>강남대학교</a:t>
            </a:r>
            <a:endParaRPr lang="en-US" altLang="ko-KR" sz="1400" dirty="0">
              <a:latin typeface="바른돋움 1"/>
              <a:ea typeface="바른돋움 1"/>
            </a:endParaRPr>
          </a:p>
          <a:p>
            <a:pPr lvl="0">
              <a:defRPr/>
            </a:pPr>
            <a:r>
              <a:rPr lang="ko-KR" altLang="en-US" sz="1400" dirty="0">
                <a:latin typeface="바른돋움 1"/>
                <a:ea typeface="바른돋움 1"/>
              </a:rPr>
              <a:t>소프트웨어학과</a:t>
            </a:r>
            <a:endParaRPr lang="en-US" altLang="ko-KR" sz="1400" dirty="0">
              <a:latin typeface="바른돋움 1"/>
              <a:ea typeface="바른돋움 1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8481069" y="1305200"/>
            <a:ext cx="4070100" cy="272761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8" name="이등변 삼각형 17"/>
          <p:cNvSpPr/>
          <p:nvPr/>
        </p:nvSpPr>
        <p:spPr>
          <a:xfrm rot="10800000">
            <a:off x="7693497" y="1286957"/>
            <a:ext cx="1030359" cy="2826554"/>
          </a:xfrm>
          <a:prstGeom prst="triangle">
            <a:avLst>
              <a:gd name="adj" fmla="val 20811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8668098" y="1556439"/>
            <a:ext cx="5062970" cy="1246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000" b="1" dirty="0">
                <a:solidFill>
                  <a:schemeClr val="accent4">
                    <a:lumMod val="50000"/>
                  </a:schemeClr>
                </a:solidFill>
                <a:latin typeface="바른돋움 3"/>
                <a:ea typeface="바른돋움 3"/>
              </a:rPr>
              <a:t>Ga Hyun</a:t>
            </a:r>
            <a:r>
              <a:rPr lang="ko-KR" altLang="en-US" sz="2000" b="1" dirty="0">
                <a:solidFill>
                  <a:schemeClr val="accent4">
                    <a:lumMod val="50000"/>
                  </a:schemeClr>
                </a:solidFill>
                <a:latin typeface="바른돋움 3"/>
                <a:ea typeface="바른돋움 3"/>
              </a:rPr>
              <a:t>│</a:t>
            </a:r>
            <a:r>
              <a:rPr lang="ko-KR" altLang="en-US" sz="2000" dirty="0">
                <a:solidFill>
                  <a:schemeClr val="accent4">
                    <a:lumMod val="50000"/>
                  </a:schemeClr>
                </a:solidFill>
                <a:latin typeface="바른돋움 3"/>
                <a:ea typeface="바른돋움 3"/>
              </a:rPr>
              <a:t> </a:t>
            </a:r>
            <a:r>
              <a:rPr lang="ko-KR" altLang="en-US" sz="2000" dirty="0" err="1">
                <a:solidFill>
                  <a:schemeClr val="accent4">
                    <a:lumMod val="50000"/>
                  </a:schemeClr>
                </a:solidFill>
                <a:latin typeface="바른돋움 3"/>
                <a:ea typeface="바른돋움 2"/>
              </a:rPr>
              <a:t>정가현</a:t>
            </a:r>
            <a:r>
              <a:rPr lang="ko-KR" altLang="en-US" sz="2000" dirty="0">
                <a:solidFill>
                  <a:schemeClr val="accent4">
                    <a:lumMod val="50000"/>
                  </a:schemeClr>
                </a:solidFill>
                <a:latin typeface="바른돋움 2"/>
                <a:ea typeface="바른돋움 2"/>
              </a:rPr>
              <a:t> </a:t>
            </a:r>
            <a:r>
              <a:rPr lang="en-US" altLang="ko-KR" sz="2000" dirty="0">
                <a:solidFill>
                  <a:schemeClr val="accent4">
                    <a:lumMod val="50000"/>
                  </a:schemeClr>
                </a:solidFill>
                <a:latin typeface="바른돋움 2"/>
                <a:ea typeface="바른돋움 2"/>
              </a:rPr>
              <a:t> </a:t>
            </a:r>
          </a:p>
          <a:p>
            <a:pPr lvl="0">
              <a:defRPr/>
            </a:pPr>
            <a:r>
              <a:rPr lang="ko-KR" altLang="en-US" sz="1300" dirty="0">
                <a:solidFill>
                  <a:schemeClr val="accent4">
                    <a:lumMod val="75000"/>
                  </a:schemeClr>
                </a:solidFill>
                <a:latin typeface="바른돋움 3"/>
                <a:ea typeface="바른돋움 3"/>
              </a:rPr>
              <a:t>팀원 │개발</a:t>
            </a:r>
          </a:p>
          <a:p>
            <a:pPr lvl="0">
              <a:defRPr/>
            </a:pPr>
            <a:endParaRPr lang="en-US" altLang="ko-KR" sz="1400" dirty="0">
              <a:latin typeface="바른돋움 1"/>
              <a:ea typeface="바른돋움 1"/>
            </a:endParaRPr>
          </a:p>
          <a:p>
            <a:pPr lvl="0">
              <a:defRPr/>
            </a:pPr>
            <a:r>
              <a:rPr lang="ko-KR" altLang="en-US" sz="1400" dirty="0">
                <a:latin typeface="바른돋움 1"/>
                <a:ea typeface="바른돋움 1"/>
              </a:rPr>
              <a:t>강남대학교</a:t>
            </a:r>
            <a:endParaRPr lang="en-US" altLang="ko-KR" sz="1400" dirty="0">
              <a:latin typeface="바른돋움 1"/>
              <a:ea typeface="바른돋움 1"/>
            </a:endParaRPr>
          </a:p>
          <a:p>
            <a:pPr lvl="0">
              <a:defRPr/>
            </a:pPr>
            <a:r>
              <a:rPr lang="ko-KR" altLang="en-US" sz="1400" dirty="0">
                <a:latin typeface="바른돋움 1"/>
                <a:ea typeface="바른돋움 1"/>
              </a:rPr>
              <a:t>소프트웨어학과</a:t>
            </a:r>
            <a:endParaRPr lang="en-US" altLang="ko-KR" sz="1400" dirty="0">
              <a:latin typeface="바른돋움 1"/>
              <a:ea typeface="바른돋움 1"/>
            </a:endParaRPr>
          </a:p>
        </p:txBody>
      </p:sp>
      <p:sp>
        <p:nvSpPr>
          <p:cNvPr id="47" name="TextBox 6"/>
          <p:cNvSpPr txBox="1"/>
          <p:nvPr/>
        </p:nvSpPr>
        <p:spPr>
          <a:xfrm>
            <a:off x="479002" y="3644583"/>
            <a:ext cx="3348311" cy="191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4000">
                <a:latin typeface="Arial Black"/>
              </a:rPr>
              <a:t>SO,</a:t>
            </a:r>
          </a:p>
          <a:p>
            <a:pPr lvl="0">
              <a:defRPr/>
            </a:pPr>
            <a:r>
              <a:rPr lang="en-US" altLang="ko-KR" sz="4000">
                <a:latin typeface="Arial Black"/>
              </a:rPr>
              <a:t>WHO</a:t>
            </a:r>
          </a:p>
          <a:p>
            <a:pPr lvl="0">
              <a:defRPr/>
            </a:pPr>
            <a:r>
              <a:rPr lang="en-US" altLang="ko-KR" sz="4000">
                <a:solidFill>
                  <a:schemeClr val="accent4"/>
                </a:solidFill>
                <a:latin typeface="Arial Black"/>
              </a:rPr>
              <a:t>WE</a:t>
            </a:r>
            <a:r>
              <a:rPr lang="en-US" altLang="ko-KR" sz="4000">
                <a:latin typeface="Arial Black"/>
              </a:rPr>
              <a:t> ARE ?</a:t>
            </a:r>
          </a:p>
        </p:txBody>
      </p:sp>
      <p:pic>
        <p:nvPicPr>
          <p:cNvPr id="6" name="그림 5" descr="애니메이션, 만화 영화이(가) 표시된 사진&#10;&#10;자동 생성된 설명">
            <a:extLst>
              <a:ext uri="{FF2B5EF4-FFF2-40B4-BE49-F238E27FC236}">
                <a16:creationId xmlns:a16="http://schemas.microsoft.com/office/drawing/2014/main" id="{981EEBCF-EBA2-3F7D-771D-167603F344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750" y="1305248"/>
            <a:ext cx="2540813" cy="2540813"/>
          </a:xfrm>
          <a:prstGeom prst="rect">
            <a:avLst/>
          </a:prstGeom>
        </p:spPr>
      </p:pic>
      <p:pic>
        <p:nvPicPr>
          <p:cNvPr id="9" name="그림 8" descr="만화 영화, 인간의 얼굴, 미소이(가) 표시된 사진&#10;&#10;자동 생성된 설명">
            <a:extLst>
              <a:ext uri="{FF2B5EF4-FFF2-40B4-BE49-F238E27FC236}">
                <a16:creationId xmlns:a16="http://schemas.microsoft.com/office/drawing/2014/main" id="{DD660D58-6F16-593B-20B5-7932A346AD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3445" y="4565193"/>
            <a:ext cx="2533434" cy="2533434"/>
          </a:xfrm>
          <a:prstGeom prst="rect">
            <a:avLst/>
          </a:prstGeom>
        </p:spPr>
      </p:pic>
      <p:pic>
        <p:nvPicPr>
          <p:cNvPr id="10" name="그림 9" descr="폰트, 그래픽, 노랑, 로고이(가) 표시된 사진&#10;&#10;자동 생성된 설명">
            <a:extLst>
              <a:ext uri="{FF2B5EF4-FFF2-40B4-BE49-F238E27FC236}">
                <a16:creationId xmlns:a16="http://schemas.microsoft.com/office/drawing/2014/main" id="{2FD8A5F9-FF4E-36E8-AE75-F4F40297A58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864" y="3056503"/>
            <a:ext cx="2113123" cy="625009"/>
          </a:xfrm>
          <a:prstGeom prst="rect">
            <a:avLst/>
          </a:prstGeom>
        </p:spPr>
      </p:pic>
      <p:pic>
        <p:nvPicPr>
          <p:cNvPr id="11" name="그림 10" descr="텍스트, 폰트, 로고, 스크린샷이(가) 표시된 사진&#10;&#10;자동 생성된 설명">
            <a:extLst>
              <a:ext uri="{FF2B5EF4-FFF2-40B4-BE49-F238E27FC236}">
                <a16:creationId xmlns:a16="http://schemas.microsoft.com/office/drawing/2014/main" id="{56FD9957-2CBE-AA45-7FC5-2FCA81546A6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2047" y="302598"/>
            <a:ext cx="1682608" cy="4524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Box 1"/>
          <p:cNvSpPr txBox="1"/>
          <p:nvPr/>
        </p:nvSpPr>
        <p:spPr>
          <a:xfrm>
            <a:off x="11244652" y="7858124"/>
            <a:ext cx="1748375" cy="2647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200">
                <a:solidFill>
                  <a:schemeClr val="lt1"/>
                </a:solidFill>
                <a:latin typeface="바른돋움 1"/>
                <a:ea typeface="바른돋움 1"/>
              </a:rPr>
              <a:t>KOAPPI IR 2021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7708" y="3749745"/>
            <a:ext cx="1090915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6000" b="1" dirty="0">
                <a:solidFill>
                  <a:srgbClr val="502962"/>
                </a:solidFill>
                <a:latin typeface="Arial Black"/>
              </a:rPr>
              <a:t>감사합니다</a:t>
            </a:r>
            <a:endParaRPr lang="en-US" altLang="ko-KR" sz="6000" b="1" dirty="0">
              <a:solidFill>
                <a:srgbClr val="502962"/>
              </a:solidFill>
              <a:latin typeface="Arial Black"/>
            </a:endParaRPr>
          </a:p>
        </p:txBody>
      </p:sp>
      <p:pic>
        <p:nvPicPr>
          <p:cNvPr id="2" name="그림 1" descr="폰트, 그래픽, 노랑, 로고이(가) 표시된 사진&#10;&#10;자동 생성된 설명">
            <a:extLst>
              <a:ext uri="{FF2B5EF4-FFF2-40B4-BE49-F238E27FC236}">
                <a16:creationId xmlns:a16="http://schemas.microsoft.com/office/drawing/2014/main" id="{74A53362-DAD3-11D9-1AAD-21FD06168C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864" y="3056503"/>
            <a:ext cx="2113123" cy="625009"/>
          </a:xfrm>
          <a:prstGeom prst="rect">
            <a:avLst/>
          </a:prstGeom>
        </p:spPr>
      </p:pic>
      <p:pic>
        <p:nvPicPr>
          <p:cNvPr id="3" name="그림 2" descr="텍스트, 폰트, 로고, 스크린샷이(가) 표시된 사진&#10;&#10;자동 생성된 설명">
            <a:extLst>
              <a:ext uri="{FF2B5EF4-FFF2-40B4-BE49-F238E27FC236}">
                <a16:creationId xmlns:a16="http://schemas.microsoft.com/office/drawing/2014/main" id="{061AD3DD-8F31-B0DF-2E95-773F206689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2047" y="302598"/>
            <a:ext cx="1682608" cy="45246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8364</TotalTime>
  <Words>689</Words>
  <Application>Microsoft Macintosh PowerPoint</Application>
  <PresentationFormat>사용자 지정</PresentationFormat>
  <Paragraphs>193</Paragraphs>
  <Slides>20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8" baseType="lpstr">
      <vt:lpstr>바른돋움 1</vt:lpstr>
      <vt:lpstr>바른돋움 2</vt:lpstr>
      <vt:lpstr>바른돋움 3</vt:lpstr>
      <vt:lpstr>Kyobo Handwriting 2019</vt:lpstr>
      <vt:lpstr>맑은 고딕</vt:lpstr>
      <vt:lpstr>Arial</vt:lpstr>
      <vt:lpstr>Arial Black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이현</dc:creator>
  <cp:lastModifiedBy>곽재원</cp:lastModifiedBy>
  <cp:revision>381</cp:revision>
  <dcterms:created xsi:type="dcterms:W3CDTF">2021-07-25T10:45:48Z</dcterms:created>
  <dcterms:modified xsi:type="dcterms:W3CDTF">2024-03-21T01:26:50Z</dcterms:modified>
  <cp:version>1000.0000.01</cp:version>
</cp:coreProperties>
</file>